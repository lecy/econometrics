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7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D69B8-F6B6-49EC-87DF-C6F8081A5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E8037-659F-4FCD-A8A9-708E83C0E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1AF49-B72D-4BFD-AF85-373E9F88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0B939-75D4-4D7B-B5B8-FEAA4E75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6B184-A9EB-497A-AAF7-D2857309E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12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6582-460F-4572-989D-4BF24055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183C-635E-4D84-AF2C-C579CD112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6ABFF-F827-4194-92E5-71B7FD2C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2DB57-7312-474E-A639-5E7E2E47A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B21F6-FFB1-4681-8AEF-BFD872D1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9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0E49-4CC7-4096-9152-E488F1A31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43324-12AF-4394-ADD0-C80D4A712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39159-10A8-47AD-8F9A-94BDEE6B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0F961-BF44-4587-A6E9-F6953CF59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1D543-02DA-4D53-BCF2-E7FCC307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8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7420-FDF8-471F-B358-DC0A7CE6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02C4-EBA9-4C5C-A349-866674760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1D913-90F5-41F7-9D1E-9068D9576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631F6-A323-42AE-BC60-2464DB1D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DB159-4B36-4436-8D43-761BEA6F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9159F-77BF-47F3-A7A2-3B21EFBA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3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DCC7-BE60-4226-A210-6B982E6E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50123-80C6-4050-80A3-AC7AA786F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85E8C-54E0-42FB-B240-9EEE68ADF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5487EE-E3E1-4946-A862-1D77F8083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32122-5A03-4A85-9312-4BF54960E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1C2999-255B-482C-88EC-2317A3FD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B5347-974E-45E4-9895-8E812F08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83F696-9D48-4117-8A73-CDEBB13D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3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3027-B6DA-4817-AA4A-E83883E6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AE0EBF-6272-421C-8634-E080355A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CDB52-0E25-46A7-BE96-08A8EA8EB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9778F-93DB-4E13-BC36-60B65253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8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62D14-779D-4C63-880E-F49950DB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4AC3D2-0636-4C60-B870-7464B720D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6BE80-D66C-4340-9E7C-A66949EF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8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D41E-A301-4B29-88C4-B55B25B5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ABEE3-1CE3-44E6-B121-FCE147577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2AA37-8CB3-43EB-B780-5E827B2BE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E4F33-0E68-4A2E-8EB1-7AF047FB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C731B-AC06-4EDE-A0D7-F986F3CA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17F2D-3599-481F-A5F2-7387AB06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116C-4CEF-4581-B879-0690C87A7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E23053-25C6-4DC7-89CF-21C6186DC6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1BD3E-BAE0-4DCD-A12C-5AEBA1FA9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5D61C-557F-4BC0-A564-FFF4507C6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C78EE-A6EB-415B-A3CB-BAF19D5D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71A5C-598A-44F0-9D53-07AFEDEA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4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B8D7-497F-4171-A864-4B9C6F03E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A829B-6637-4FF6-9F69-95DE50846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84910-9252-4A2A-88A9-AF037352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E3D91-827E-4B33-A9BA-A48977C7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D8EF7-82E7-4110-ABA0-59E71594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72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ABF51-2AC6-4303-8B44-1C04EAC89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68785-AC97-4394-BA75-06744A88A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1885F-3398-44AF-BD31-E7C96D30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84C5F-3ED6-452D-B9FB-A6FC3B52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33665-6815-42AA-8B6D-36243EAC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07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AFDB3B-FD7A-45BE-BF4E-5FBFB5820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B956D-F2DD-4A30-9DB2-1FBC8E856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488C4-3894-480E-A021-6E66AE759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9730-F667-4837-85C6-413F5CBAB915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DDA3C-5B44-4933-A22C-0C3F9A808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8F6B1-DFA0-4C02-BCE5-08F1C724D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B9DD6-9F65-45E0-9674-CA58BA00CF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2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53C87-BD5A-4E3C-9D1F-E7E8FC2FFE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7BAF6-6880-4BD0-925B-D0139CCF8F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39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B420-9309-47BE-8B84-CC8FE629C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964A91-C7E7-4D48-9154-FB55592ED4D9}"/>
              </a:ext>
            </a:extLst>
          </p:cNvPr>
          <p:cNvSpPr/>
          <p:nvPr/>
        </p:nvSpPr>
        <p:spPr>
          <a:xfrm>
            <a:off x="1828800" y="2690336"/>
            <a:ext cx="97731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URL &lt;- "https://raw.githubusercontent.com/DS4PS/pe4ps-textbook/master/data/admissions.csv"</a:t>
            </a:r>
          </a:p>
          <a:p>
            <a:endParaRPr lang="en-US" dirty="0"/>
          </a:p>
          <a:p>
            <a:r>
              <a:rPr lang="en-US" dirty="0" err="1"/>
              <a:t>dat</a:t>
            </a:r>
            <a:r>
              <a:rPr lang="en-US" dirty="0"/>
              <a:t> &lt;- read.csv( URL, </a:t>
            </a:r>
            <a:r>
              <a:rPr lang="en-US" dirty="0" err="1"/>
              <a:t>stringsAsFactors</a:t>
            </a:r>
            <a:r>
              <a:rPr lang="en-US" dirty="0"/>
              <a:t>=F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05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9C8054-BB13-4DDA-9278-4CE88D73B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99" y="2956151"/>
            <a:ext cx="6638925" cy="19907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06F708B-5527-4FE9-9BB6-210E039BA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Law School Admissions: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F533D4-ADAA-4F31-90F3-596768F28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99" y="1940379"/>
            <a:ext cx="53054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05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AD0E8B6-0623-4AA0-BA0D-E5AE0D33B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24" y="1151099"/>
            <a:ext cx="10683551" cy="534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3678D7-7C66-4F7F-8351-35B69D459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Probability Model:</a:t>
            </a:r>
          </a:p>
        </p:txBody>
      </p:sp>
    </p:spTree>
    <p:extLst>
      <p:ext uri="{BB962C8B-B14F-4D97-AF65-F5344CB8AC3E}">
        <p14:creationId xmlns:p14="http://schemas.microsoft.com/office/powerpoint/2010/main" val="2314821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inary function">
            <a:extLst>
              <a:ext uri="{FF2B5EF4-FFF2-40B4-BE49-F238E27FC236}">
                <a16:creationId xmlns:a16="http://schemas.microsoft.com/office/drawing/2014/main" id="{CB547706-4E9D-4A07-AA43-671E45E37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037" y="1396481"/>
            <a:ext cx="9825135" cy="49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AA74D2-7274-4A3E-A300-679EB80F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Logit Model:</a:t>
            </a:r>
          </a:p>
        </p:txBody>
      </p:sp>
    </p:spTree>
    <p:extLst>
      <p:ext uri="{BB962C8B-B14F-4D97-AF65-F5344CB8AC3E}">
        <p14:creationId xmlns:p14="http://schemas.microsoft.com/office/powerpoint/2010/main" val="2592601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581F-A9A0-4448-ADCE-A8F3EF1FD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5E798B-5765-4884-B016-29FCC9285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44" y="2271031"/>
            <a:ext cx="3363929" cy="13255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3FC61A-54F8-4FC9-9458-1692587E2DC0}"/>
              </a:ext>
            </a:extLst>
          </p:cNvPr>
          <p:cNvSpPr txBox="1"/>
          <p:nvPr/>
        </p:nvSpPr>
        <p:spPr>
          <a:xfrm>
            <a:off x="4882906" y="2271032"/>
            <a:ext cx="37829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Logit link function:</a:t>
            </a:r>
          </a:p>
          <a:p>
            <a:pPr algn="ctr"/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Translates regression coefficients to probabilities. </a:t>
            </a:r>
          </a:p>
        </p:txBody>
      </p:sp>
    </p:spTree>
    <p:extLst>
      <p:ext uri="{BB962C8B-B14F-4D97-AF65-F5344CB8AC3E}">
        <p14:creationId xmlns:p14="http://schemas.microsoft.com/office/powerpoint/2010/main" val="3213842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120A5EF-A2D0-4B72-BCEB-84AFFC5BA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26" y="703975"/>
            <a:ext cx="5614565" cy="280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Binary function">
            <a:extLst>
              <a:ext uri="{FF2B5EF4-FFF2-40B4-BE49-F238E27FC236}">
                <a16:creationId xmlns:a16="http://schemas.microsoft.com/office/drawing/2014/main" id="{93D67527-E692-4B36-AC5A-D9FE0E301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08" y="3429000"/>
            <a:ext cx="5943600" cy="288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221D56-B9DF-45F2-8E5D-487CB322A48B}"/>
              </a:ext>
            </a:extLst>
          </p:cNvPr>
          <p:cNvSpPr txBox="1"/>
          <p:nvPr/>
        </p:nvSpPr>
        <p:spPr>
          <a:xfrm>
            <a:off x="7919209" y="1973573"/>
            <a:ext cx="295428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entury Gothic" panose="020B0502020202020204" pitchFamily="34" charset="0"/>
              </a:rPr>
              <a:t>Both models would produce similar predictions.</a:t>
            </a:r>
          </a:p>
          <a:p>
            <a:pPr algn="ctr"/>
            <a:endParaRPr lang="en-US" sz="2400" dirty="0">
              <a:latin typeface="Century Gothic" panose="020B0502020202020204" pitchFamily="34" charset="0"/>
            </a:endParaRPr>
          </a:p>
          <a:p>
            <a:pPr algn="ctr"/>
            <a:r>
              <a:rPr lang="en-US" sz="2400" dirty="0">
                <a:latin typeface="Century Gothic" panose="020B0502020202020204" pitchFamily="34" charset="0"/>
              </a:rPr>
              <a:t>The predictions would differ most in the tails.</a:t>
            </a:r>
          </a:p>
        </p:txBody>
      </p:sp>
    </p:spTree>
    <p:extLst>
      <p:ext uri="{BB962C8B-B14F-4D97-AF65-F5344CB8AC3E}">
        <p14:creationId xmlns:p14="http://schemas.microsoft.com/office/powerpoint/2010/main" val="885669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BEFFD1-AE7A-40E5-9EDF-413E30DD1BDA}"/>
              </a:ext>
            </a:extLst>
          </p:cNvPr>
          <p:cNvSpPr/>
          <p:nvPr/>
        </p:nvSpPr>
        <p:spPr>
          <a:xfrm>
            <a:off x="399875" y="123579"/>
            <a:ext cx="11392250" cy="7201972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URL &lt;- "https://raw.githubusercontent.com/DS4PS/pe4ps-textbook/master/data/admissions.csv"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read.csv( URL,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stringsAsFactors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=F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head(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#### LINEAR PROBABILITY MODEL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m1 &lt;-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( Admission ~ LSAT + Essay + GPA, data=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 m1 )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Marginal effects comparison: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The standard deviation is a "reasonable" 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approximation of a big improvement.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Which of these three things should I spend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time on to improve my likelihood of admissions?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sd.lsat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dat$LSAT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sd.essay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dat$Essay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sd.gpa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dat$GPA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b0 &lt;- m1$coefficients[1]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b1 &lt;- m1$coefficients[2]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b2 &lt;- m1$coefficients[3]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b3 &lt;- m1$coefficients[4]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sd.lsat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* b1     # gains from improvement in LSAT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sd.essay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* b2    # gains from improvement in essay 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sd.gpa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sd.gpa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 # gains from improvement in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predicted prob of success (admissions) for a specific individual: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&lt;- 3.0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&lt;- 145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essay &lt;- 90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b0 + b1*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+ b2*essay + b3*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#### LOGIT MODEL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m2 &lt;-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( Admission ~ LSAT + Essay + GPA, data =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, family = "binomial"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 m2 )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LOGIT LINK FUNCTION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 = 1 / ( 1 + exp( - ( b0 + b1*x1 + b2*x2 ) )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predicted prob of success (admissions) for a specific individual: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b0 &lt;- m2$coefficients[1]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b1 &lt;- m2$coefficients[2]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b2 &lt;- m2$coefficients[3]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b3 &lt;- m2$coefficients[4]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&lt;- 3.0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&lt;- 145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essay &lt;- 90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Model reports log-odds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b0 + b1*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+ b2*essay + b3*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convert log-odds to probabilities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1 / ( 1 + exp( - 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Marginal effects comparison: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We must "center" other variables 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to look at marginal effects of one (LSAT here):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mean(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dat$GPA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 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essay &lt;- mean(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dat$Essay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&lt;- 150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b0 + b1*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+ b2*essay + b3*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1 / ( 1 + exp( - 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Expected gains change greatly depending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on the baseline,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LSAT of 130 vs 150 vs 170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value of 10-point increase in LSAT 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when current score is a 140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mean(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dat$GPA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 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essay &lt;- mean(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dat$Essay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&lt;- 140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b0 + b1*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+ b2*essay + b3*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p.140 &lt;- 1 / ( 1 + exp( - 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&lt;- 150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b0 + b1*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+ b2*essay + b3*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p.150 &lt;- 1 / ( 1 + exp( - 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p.150 - p.140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value of 10-point increase in LSAT 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when current score is a 120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&lt;- 120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b0 + b1*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+ b2*essay + b3*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p.120 &lt;- 1 / ( 1 + exp( - 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&lt;- 130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b0 + b1*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+ b2*essay + b3*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p.130 &lt;- 1 / ( 1 + exp( - 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p.130 - p.120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value of 10-point increase in LSAT </a:t>
            </a: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# when current score is a 170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&lt;- 170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b0 + b1*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+ b2*essay + b3*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p.170 &lt;- 1 / ( 1 + exp( - 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&lt;- 180</a:t>
            </a:r>
          </a:p>
          <a:p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&lt;- b0 + b1*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+ b2*essay + b3*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</a:t>
            </a:r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p.180 &lt;- 1 / ( 1 + exp( - ( </a:t>
            </a:r>
            <a:r>
              <a:rPr lang="en-US" sz="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y.hat</a:t>
            </a:r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 ) ) )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00" dirty="0">
                <a:latin typeface="Courier New" panose="02070309020205020404" pitchFamily="49" charset="0"/>
                <a:cs typeface="Courier New" panose="02070309020205020404" pitchFamily="49" charset="0"/>
              </a:rPr>
              <a:t>p.180 - p.170 </a:t>
            </a: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04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875</Words>
  <Application>Microsoft Office PowerPoint</Application>
  <PresentationFormat>Widescreen</PresentationFormat>
  <Paragraphs>167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Courier New</vt:lpstr>
      <vt:lpstr>Office Theme</vt:lpstr>
      <vt:lpstr>Logistic Regression</vt:lpstr>
      <vt:lpstr>Data</vt:lpstr>
      <vt:lpstr>Predicting Law School Admissions:</vt:lpstr>
      <vt:lpstr>Linear Probability Model:</vt:lpstr>
      <vt:lpstr>Logit Model:</vt:lpstr>
      <vt:lpstr>Interpretation: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Jesse Lecy</dc:creator>
  <cp:lastModifiedBy>Jesse Lecy</cp:lastModifiedBy>
  <cp:revision>6</cp:revision>
  <dcterms:created xsi:type="dcterms:W3CDTF">2020-04-22T22:11:24Z</dcterms:created>
  <dcterms:modified xsi:type="dcterms:W3CDTF">2020-04-23T00:37:49Z</dcterms:modified>
</cp:coreProperties>
</file>