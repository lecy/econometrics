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9" r:id="rId2"/>
  </p:sldMasterIdLst>
  <p:sldIdLst>
    <p:sldId id="310" r:id="rId3"/>
    <p:sldId id="318" r:id="rId4"/>
    <p:sldId id="312" r:id="rId5"/>
    <p:sldId id="290" r:id="rId6"/>
    <p:sldId id="287" r:id="rId7"/>
    <p:sldId id="288" r:id="rId8"/>
    <p:sldId id="313" r:id="rId9"/>
    <p:sldId id="259" r:id="rId10"/>
    <p:sldId id="289" r:id="rId11"/>
    <p:sldId id="314" r:id="rId12"/>
    <p:sldId id="294" r:id="rId13"/>
    <p:sldId id="292" r:id="rId14"/>
    <p:sldId id="293" r:id="rId15"/>
    <p:sldId id="295" r:id="rId16"/>
    <p:sldId id="315" r:id="rId17"/>
    <p:sldId id="305" r:id="rId18"/>
    <p:sldId id="307" r:id="rId19"/>
    <p:sldId id="306" r:id="rId20"/>
    <p:sldId id="309" r:id="rId21"/>
    <p:sldId id="316" r:id="rId22"/>
    <p:sldId id="317" r:id="rId23"/>
    <p:sldId id="311" r:id="rId24"/>
    <p:sldId id="302" r:id="rId25"/>
    <p:sldId id="304" r:id="rId26"/>
    <p:sldId id="260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BCCEF-31A5-4D5C-A64B-193C7D551B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DB358E-066B-40EB-AD31-D00DEBB61F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16C2B-FFF6-47C1-8521-D752D224D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1379A-7DAF-4B96-B716-437413B1EDF1}" type="datetimeFigureOut">
              <a:rPr lang="en-US" smtClean="0"/>
              <a:t>5/1/2020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49E5E-5D1D-4AF1-8A3C-7BC0297E4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A9CB1-82A4-4C21-B528-AE102DF2B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D3701-3DFC-46EF-8FF1-85C1A0F06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3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64951-D7BB-44A6-A9B4-746C60C08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554A7-E48F-471A-8FD9-D441348BE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849943-BF04-4B7B-9351-7767D659C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1379A-7DAF-4B96-B716-437413B1EDF1}" type="datetimeFigureOut">
              <a:rPr lang="en-US" smtClean="0"/>
              <a:t>5/1/2020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261533-0B64-48DD-8E66-EB2D7B943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9AE91-ED2A-4481-936D-97B89F6FD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D3701-3DFC-46EF-8FF1-85C1A0F06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130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57440-1967-45CD-9B5E-7B87C8075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1937B3-94F8-41F0-808C-BB4FBB16AA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33F92-9EC8-4645-BA01-ECF54D765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1379A-7DAF-4B96-B716-437413B1EDF1}" type="datetimeFigureOut">
              <a:rPr lang="en-US" smtClean="0"/>
              <a:t>5/1/2020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F5BAF-9114-4EFA-A626-237A3DAA6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74EC5-6927-417D-A212-0EFA52347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D3701-3DFC-46EF-8FF1-85C1A0F06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154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608CF-EF7A-4899-8E04-E3B237E51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2E3DC-3580-4A44-B75F-BD7D45D1D9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849680-23BD-4808-87C1-90570CD619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557157-897E-4390-9D0D-BFF2CA572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1379A-7DAF-4B96-B716-437413B1EDF1}" type="datetimeFigureOut">
              <a:rPr lang="en-US" smtClean="0"/>
              <a:t>5/1/2020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A6B01A-2C93-419A-BB6D-392F65D3B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5AF890-6054-43A7-9C3D-A327283F0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D3701-3DFC-46EF-8FF1-85C1A0F06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345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04C7B-4105-441C-A723-2FF27A0D8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D6F8FB-B204-4827-9892-B26B0DC2D5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1B59DF-982B-456A-8F5B-6275233BAA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00E0ED-2F8F-46DF-B6E3-13973CFD15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30ECAD-FB64-4B24-8D75-8CA2528139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11ED7B-A72E-47A5-B3D5-986BE3871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1379A-7DAF-4B96-B716-437413B1EDF1}" type="datetimeFigureOut">
              <a:rPr lang="en-US" smtClean="0"/>
              <a:t>5/1/2020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CE137A-A81A-4BE5-AB00-EBD52D78A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05AB23-5CF0-481D-9564-D5BE2D438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D3701-3DFC-46EF-8FF1-85C1A0F06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048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6BB93-488B-4C33-80B3-B04B77BED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266031-F082-401A-A355-6D737A644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1379A-7DAF-4B96-B716-437413B1EDF1}" type="datetimeFigureOut">
              <a:rPr lang="en-US" smtClean="0"/>
              <a:t>5/1/2020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0F82F0-0DB3-4E51-8675-2F33954D5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6B7703-515A-4F4A-8354-7A5D449CC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D3701-3DFC-46EF-8FF1-85C1A0F06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892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5DC5BE-55B5-41A2-A1D2-967E233D9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1379A-7DAF-4B96-B716-437413B1EDF1}" type="datetimeFigureOut">
              <a:rPr lang="en-US" smtClean="0"/>
              <a:t>5/1/2020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5B29D3-8059-444D-AA3E-21F5E46FE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2E119-4B4E-4464-8125-A1B538EF8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D3701-3DFC-46EF-8FF1-85C1A0F06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485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56956-B820-46C3-A071-10E5E77CE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E5E51-1970-43F7-BF02-E0077AC12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48D77A-5CEF-46CE-AD09-C9DD79997E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0F832-F87C-4B82-90B6-FA11F4C27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1379A-7DAF-4B96-B716-437413B1EDF1}" type="datetimeFigureOut">
              <a:rPr lang="en-US" smtClean="0"/>
              <a:t>5/1/2020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4176ED-A7D3-4F3A-9B97-F271E6BDA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52929C-72A6-4CA6-80BF-6BDFE373E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D3701-3DFC-46EF-8FF1-85C1A0F06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957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2F1A4-11F7-4C4F-8A1A-AA1D28E18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1ACC3E-4056-4F90-B476-77DE3D5833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7C92A4-2AE0-4AE8-BDE4-D229F3AC9A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7E6B57-FB46-4D11-84C1-EA32FBECC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1379A-7DAF-4B96-B716-437413B1EDF1}" type="datetimeFigureOut">
              <a:rPr lang="en-US" smtClean="0"/>
              <a:t>5/1/2020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A53D49-A9A8-4C11-ADD6-E076CBB37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33DCA9-4BE5-4493-BB73-6EFFA41BE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D3701-3DFC-46EF-8FF1-85C1A0F06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75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4D060-94C5-47B2-9B80-50C4C8F7A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D9778C-F905-4516-AB0D-7DB91E1B9F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635B1-4527-44B4-A0A2-E9AEA5BAA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1379A-7DAF-4B96-B716-437413B1EDF1}" type="datetimeFigureOut">
              <a:rPr lang="en-US" smtClean="0"/>
              <a:t>5/1/2020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A3FD2-251A-4B3D-AD89-01A7A6601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F08DC-7B2A-4001-86DB-A3CEB1432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D3701-3DFC-46EF-8FF1-85C1A0F06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097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866332-A0E0-4938-9E29-732CEFF4A2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AC8751-25A8-40A3-8DAD-997313B988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19A93-097E-496F-A694-B92530D86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1379A-7DAF-4B96-B716-437413B1EDF1}" type="datetimeFigureOut">
              <a:rPr lang="en-US" smtClean="0"/>
              <a:t>5/1/2020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7E170B-7350-458C-8B56-40647BF2A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F8C39-3079-41B1-B5F1-42A45BD32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D3701-3DFC-46EF-8FF1-85C1A0F06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7953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3BAF0-9579-42B3-B979-30EFD986705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14"/>
          <p:cNvSpPr>
            <a:spLocks noGrp="1"/>
          </p:cNvSpPr>
          <p:nvPr>
            <p:ph type="body" sz="quarter" idx="13" hasCustomPrompt="1"/>
          </p:nvPr>
        </p:nvSpPr>
        <p:spPr>
          <a:xfrm>
            <a:off x="1646107" y="1828800"/>
            <a:ext cx="4169664" cy="2212848"/>
          </a:xfrm>
        </p:spPr>
        <p:txBody>
          <a:bodyPr anchor="ctr">
            <a:normAutofit/>
          </a:bodyPr>
          <a:lstStyle>
            <a:lvl1pPr marL="0" indent="0">
              <a:buNone/>
              <a:defRPr sz="1200" baseline="0">
                <a:latin typeface="Batang" pitchFamily="18" charset="-127"/>
                <a:ea typeface="Batang" pitchFamily="18" charset="-127"/>
              </a:defRPr>
            </a:lvl1pPr>
          </a:lstStyle>
          <a:p>
            <a:pPr lvl="0"/>
            <a:r>
              <a:rPr lang="en-US" sz="1200" dirty="0">
                <a:latin typeface="Batang" pitchFamily="18" charset="-127"/>
                <a:ea typeface="Batang" pitchFamily="18" charset="-127"/>
              </a:rPr>
              <a:t>Text style</a:t>
            </a:r>
            <a:endParaRPr lang="en-US" dirty="0"/>
          </a:p>
        </p:txBody>
      </p:sp>
      <p:sp>
        <p:nvSpPr>
          <p:cNvPr id="11" name="Text Placehold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1646107" y="4191000"/>
            <a:ext cx="4169664" cy="2212848"/>
          </a:xfrm>
        </p:spPr>
        <p:txBody>
          <a:bodyPr anchor="ctr">
            <a:normAutofit/>
          </a:bodyPr>
          <a:lstStyle>
            <a:lvl1pPr marL="0" indent="0">
              <a:buNone/>
              <a:defRPr sz="1200" baseline="0">
                <a:latin typeface="Batang" pitchFamily="18" charset="-127"/>
                <a:ea typeface="Batang" pitchFamily="18" charset="-127"/>
              </a:defRPr>
            </a:lvl1pPr>
          </a:lstStyle>
          <a:p>
            <a:pPr lvl="0"/>
            <a:r>
              <a:rPr lang="en-US" sz="1200" dirty="0">
                <a:latin typeface="Batang" pitchFamily="18" charset="-127"/>
                <a:ea typeface="Batang" pitchFamily="18" charset="-127"/>
              </a:rPr>
              <a:t>Text style</a:t>
            </a:r>
            <a:endParaRPr lang="en-US" dirty="0"/>
          </a:p>
        </p:txBody>
      </p:sp>
      <p:sp>
        <p:nvSpPr>
          <p:cNvPr id="12" name="Text Placeholder 14"/>
          <p:cNvSpPr>
            <a:spLocks noGrp="1"/>
          </p:cNvSpPr>
          <p:nvPr>
            <p:ph type="body" sz="quarter" idx="15" hasCustomPrompt="1"/>
          </p:nvPr>
        </p:nvSpPr>
        <p:spPr>
          <a:xfrm>
            <a:off x="6010843" y="4191000"/>
            <a:ext cx="4169664" cy="2212848"/>
          </a:xfrm>
        </p:spPr>
        <p:txBody>
          <a:bodyPr anchor="ctr">
            <a:normAutofit/>
          </a:bodyPr>
          <a:lstStyle>
            <a:lvl1pPr marL="0" indent="0">
              <a:buNone/>
              <a:defRPr sz="1200" baseline="0">
                <a:latin typeface="Batang" pitchFamily="18" charset="-127"/>
                <a:ea typeface="Batang" pitchFamily="18" charset="-127"/>
              </a:defRPr>
            </a:lvl1pPr>
          </a:lstStyle>
          <a:p>
            <a:pPr lvl="0"/>
            <a:r>
              <a:rPr lang="en-US" sz="1200" dirty="0">
                <a:latin typeface="Batang" pitchFamily="18" charset="-127"/>
                <a:ea typeface="Batang" pitchFamily="18" charset="-127"/>
              </a:rPr>
              <a:t>Text style</a:t>
            </a:r>
            <a:endParaRPr lang="en-US" dirty="0"/>
          </a:p>
        </p:txBody>
      </p:sp>
      <p:sp>
        <p:nvSpPr>
          <p:cNvPr id="13" name="Text Placeholder 14"/>
          <p:cNvSpPr>
            <a:spLocks noGrp="1"/>
          </p:cNvSpPr>
          <p:nvPr>
            <p:ph type="body" sz="quarter" idx="16" hasCustomPrompt="1"/>
          </p:nvPr>
        </p:nvSpPr>
        <p:spPr>
          <a:xfrm>
            <a:off x="6014907" y="1828800"/>
            <a:ext cx="4169664" cy="2212848"/>
          </a:xfrm>
        </p:spPr>
        <p:txBody>
          <a:bodyPr anchor="ctr">
            <a:normAutofit/>
          </a:bodyPr>
          <a:lstStyle>
            <a:lvl1pPr marL="0" indent="0">
              <a:buNone/>
              <a:defRPr sz="1200" baseline="0">
                <a:latin typeface="Batang" pitchFamily="18" charset="-127"/>
                <a:ea typeface="Batang" pitchFamily="18" charset="-127"/>
              </a:defRPr>
            </a:lvl1pPr>
          </a:lstStyle>
          <a:p>
            <a:pPr lvl="0"/>
            <a:r>
              <a:rPr lang="en-US" sz="1200" dirty="0">
                <a:latin typeface="Batang" pitchFamily="18" charset="-127"/>
                <a:ea typeface="Batang" pitchFamily="18" charset="-127"/>
              </a:rPr>
              <a:t>Text style</a:t>
            </a:r>
            <a:endParaRPr lang="en-US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7"/>
          </p:nvPr>
        </p:nvSpPr>
        <p:spPr>
          <a:xfrm>
            <a:off x="1422400" y="533400"/>
            <a:ext cx="8331200" cy="990600"/>
          </a:xfrm>
        </p:spPr>
        <p:txBody>
          <a:bodyPr anchor="b">
            <a:normAutofit/>
          </a:bodyPr>
          <a:lstStyle>
            <a:lvl1pPr marL="0" indent="0">
              <a:buNone/>
              <a:defRPr sz="3200" b="1">
                <a:latin typeface="Times New Roman" panose="02020603050405020304" pitchFamily="18" charset="0"/>
                <a:ea typeface="Segoe UI Symbol" pitchFamily="34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52579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3BAF0-9579-42B3-B979-30EFD986705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14"/>
          <p:cNvSpPr>
            <a:spLocks noGrp="1"/>
          </p:cNvSpPr>
          <p:nvPr>
            <p:ph type="body" sz="quarter" idx="13" hasCustomPrompt="1"/>
          </p:nvPr>
        </p:nvSpPr>
        <p:spPr>
          <a:xfrm>
            <a:off x="1646107" y="1828800"/>
            <a:ext cx="4169664" cy="2212848"/>
          </a:xfrm>
        </p:spPr>
        <p:txBody>
          <a:bodyPr anchor="ctr">
            <a:normAutofit/>
          </a:bodyPr>
          <a:lstStyle>
            <a:lvl1pPr marL="0" indent="0">
              <a:buNone/>
              <a:defRPr sz="1200" baseline="0">
                <a:latin typeface="Batang" pitchFamily="18" charset="-127"/>
                <a:ea typeface="Batang" pitchFamily="18" charset="-127"/>
              </a:defRPr>
            </a:lvl1pPr>
          </a:lstStyle>
          <a:p>
            <a:pPr lvl="0"/>
            <a:r>
              <a:rPr lang="en-US" sz="1200" dirty="0">
                <a:latin typeface="Batang" pitchFamily="18" charset="-127"/>
                <a:ea typeface="Batang" pitchFamily="18" charset="-127"/>
              </a:rPr>
              <a:t>Text style</a:t>
            </a:r>
            <a:endParaRPr lang="en-US" dirty="0"/>
          </a:p>
        </p:txBody>
      </p:sp>
      <p:sp>
        <p:nvSpPr>
          <p:cNvPr id="11" name="Text Placehold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1646107" y="4191000"/>
            <a:ext cx="4169664" cy="2212848"/>
          </a:xfrm>
        </p:spPr>
        <p:txBody>
          <a:bodyPr anchor="ctr">
            <a:normAutofit/>
          </a:bodyPr>
          <a:lstStyle>
            <a:lvl1pPr marL="0" indent="0">
              <a:buNone/>
              <a:defRPr sz="1200" baseline="0">
                <a:latin typeface="Batang" pitchFamily="18" charset="-127"/>
                <a:ea typeface="Batang" pitchFamily="18" charset="-127"/>
              </a:defRPr>
            </a:lvl1pPr>
          </a:lstStyle>
          <a:p>
            <a:pPr lvl="0"/>
            <a:r>
              <a:rPr lang="en-US" sz="1200" dirty="0">
                <a:latin typeface="Batang" pitchFamily="18" charset="-127"/>
                <a:ea typeface="Batang" pitchFamily="18" charset="-127"/>
              </a:rPr>
              <a:t>Text style</a:t>
            </a:r>
            <a:endParaRPr lang="en-US" dirty="0"/>
          </a:p>
        </p:txBody>
      </p:sp>
      <p:sp>
        <p:nvSpPr>
          <p:cNvPr id="12" name="Text Placeholder 14"/>
          <p:cNvSpPr>
            <a:spLocks noGrp="1"/>
          </p:cNvSpPr>
          <p:nvPr>
            <p:ph type="body" sz="quarter" idx="15" hasCustomPrompt="1"/>
          </p:nvPr>
        </p:nvSpPr>
        <p:spPr>
          <a:xfrm>
            <a:off x="6010843" y="4191000"/>
            <a:ext cx="4169664" cy="2212848"/>
          </a:xfrm>
        </p:spPr>
        <p:txBody>
          <a:bodyPr anchor="ctr">
            <a:normAutofit/>
          </a:bodyPr>
          <a:lstStyle>
            <a:lvl1pPr marL="0" indent="0">
              <a:buNone/>
              <a:defRPr sz="1200" baseline="0">
                <a:latin typeface="Batang" pitchFamily="18" charset="-127"/>
                <a:ea typeface="Batang" pitchFamily="18" charset="-127"/>
              </a:defRPr>
            </a:lvl1pPr>
          </a:lstStyle>
          <a:p>
            <a:pPr lvl="0"/>
            <a:r>
              <a:rPr lang="en-US" sz="1200" dirty="0">
                <a:latin typeface="Batang" pitchFamily="18" charset="-127"/>
                <a:ea typeface="Batang" pitchFamily="18" charset="-127"/>
              </a:rPr>
              <a:t>Text style</a:t>
            </a:r>
            <a:endParaRPr lang="en-US" dirty="0"/>
          </a:p>
        </p:txBody>
      </p:sp>
      <p:sp>
        <p:nvSpPr>
          <p:cNvPr id="13" name="Text Placeholder 14"/>
          <p:cNvSpPr>
            <a:spLocks noGrp="1"/>
          </p:cNvSpPr>
          <p:nvPr>
            <p:ph type="body" sz="quarter" idx="16" hasCustomPrompt="1"/>
          </p:nvPr>
        </p:nvSpPr>
        <p:spPr>
          <a:xfrm>
            <a:off x="6014907" y="1828800"/>
            <a:ext cx="4169664" cy="2212848"/>
          </a:xfrm>
        </p:spPr>
        <p:txBody>
          <a:bodyPr anchor="ctr">
            <a:normAutofit/>
          </a:bodyPr>
          <a:lstStyle>
            <a:lvl1pPr marL="0" indent="0">
              <a:buNone/>
              <a:defRPr sz="1200" baseline="0">
                <a:latin typeface="Batang" pitchFamily="18" charset="-127"/>
                <a:ea typeface="Batang" pitchFamily="18" charset="-127"/>
              </a:defRPr>
            </a:lvl1pPr>
          </a:lstStyle>
          <a:p>
            <a:pPr lvl="0"/>
            <a:r>
              <a:rPr lang="en-US" sz="1200" dirty="0">
                <a:latin typeface="Batang" pitchFamily="18" charset="-127"/>
                <a:ea typeface="Batang" pitchFamily="18" charset="-127"/>
              </a:rPr>
              <a:t>Text style</a:t>
            </a:r>
            <a:endParaRPr lang="en-US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7"/>
          </p:nvPr>
        </p:nvSpPr>
        <p:spPr>
          <a:xfrm>
            <a:off x="1422400" y="533400"/>
            <a:ext cx="8331200" cy="990600"/>
          </a:xfrm>
        </p:spPr>
        <p:txBody>
          <a:bodyPr anchor="b">
            <a:normAutofit/>
          </a:bodyPr>
          <a:lstStyle>
            <a:lvl1pPr marL="0" indent="0">
              <a:buNone/>
              <a:defRPr sz="3200" b="1">
                <a:latin typeface="Times New Roman" panose="02020603050405020304" pitchFamily="18" charset="0"/>
                <a:ea typeface="Segoe UI Symbol" pitchFamily="34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52946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3BAF0-9579-42B3-B979-30EFD986705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14"/>
          <p:cNvSpPr>
            <a:spLocks noGrp="1"/>
          </p:cNvSpPr>
          <p:nvPr>
            <p:ph type="body" sz="quarter" idx="13" hasCustomPrompt="1"/>
          </p:nvPr>
        </p:nvSpPr>
        <p:spPr>
          <a:xfrm>
            <a:off x="1646107" y="1828800"/>
            <a:ext cx="4169664" cy="2212848"/>
          </a:xfrm>
        </p:spPr>
        <p:txBody>
          <a:bodyPr anchor="ctr">
            <a:normAutofit/>
          </a:bodyPr>
          <a:lstStyle>
            <a:lvl1pPr marL="0" indent="0">
              <a:buNone/>
              <a:defRPr sz="1200" baseline="0">
                <a:latin typeface="Batang" pitchFamily="18" charset="-127"/>
                <a:ea typeface="Batang" pitchFamily="18" charset="-127"/>
              </a:defRPr>
            </a:lvl1pPr>
          </a:lstStyle>
          <a:p>
            <a:pPr lvl="0"/>
            <a:r>
              <a:rPr lang="en-US" sz="1200" dirty="0">
                <a:latin typeface="Batang" pitchFamily="18" charset="-127"/>
                <a:ea typeface="Batang" pitchFamily="18" charset="-127"/>
              </a:rPr>
              <a:t>Text style</a:t>
            </a:r>
            <a:endParaRPr lang="en-US" dirty="0"/>
          </a:p>
        </p:txBody>
      </p:sp>
      <p:sp>
        <p:nvSpPr>
          <p:cNvPr id="11" name="Text Placehold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1646107" y="4191000"/>
            <a:ext cx="4169664" cy="2212848"/>
          </a:xfrm>
        </p:spPr>
        <p:txBody>
          <a:bodyPr anchor="ctr">
            <a:normAutofit/>
          </a:bodyPr>
          <a:lstStyle>
            <a:lvl1pPr marL="0" indent="0">
              <a:buNone/>
              <a:defRPr sz="1200" baseline="0">
                <a:latin typeface="Batang" pitchFamily="18" charset="-127"/>
                <a:ea typeface="Batang" pitchFamily="18" charset="-127"/>
              </a:defRPr>
            </a:lvl1pPr>
          </a:lstStyle>
          <a:p>
            <a:pPr lvl="0"/>
            <a:r>
              <a:rPr lang="en-US" sz="1200" dirty="0">
                <a:latin typeface="Batang" pitchFamily="18" charset="-127"/>
                <a:ea typeface="Batang" pitchFamily="18" charset="-127"/>
              </a:rPr>
              <a:t>Text style</a:t>
            </a:r>
            <a:endParaRPr lang="en-US" dirty="0"/>
          </a:p>
        </p:txBody>
      </p:sp>
      <p:sp>
        <p:nvSpPr>
          <p:cNvPr id="12" name="Text Placeholder 14"/>
          <p:cNvSpPr>
            <a:spLocks noGrp="1"/>
          </p:cNvSpPr>
          <p:nvPr>
            <p:ph type="body" sz="quarter" idx="15" hasCustomPrompt="1"/>
          </p:nvPr>
        </p:nvSpPr>
        <p:spPr>
          <a:xfrm>
            <a:off x="6010843" y="4191000"/>
            <a:ext cx="4169664" cy="2212848"/>
          </a:xfrm>
        </p:spPr>
        <p:txBody>
          <a:bodyPr anchor="ctr">
            <a:normAutofit/>
          </a:bodyPr>
          <a:lstStyle>
            <a:lvl1pPr marL="0" indent="0">
              <a:buNone/>
              <a:defRPr sz="1200" baseline="0">
                <a:latin typeface="Batang" pitchFamily="18" charset="-127"/>
                <a:ea typeface="Batang" pitchFamily="18" charset="-127"/>
              </a:defRPr>
            </a:lvl1pPr>
          </a:lstStyle>
          <a:p>
            <a:pPr lvl="0"/>
            <a:r>
              <a:rPr lang="en-US" sz="1200" dirty="0">
                <a:latin typeface="Batang" pitchFamily="18" charset="-127"/>
                <a:ea typeface="Batang" pitchFamily="18" charset="-127"/>
              </a:rPr>
              <a:t>Text style</a:t>
            </a:r>
            <a:endParaRPr lang="en-US" dirty="0"/>
          </a:p>
        </p:txBody>
      </p:sp>
      <p:sp>
        <p:nvSpPr>
          <p:cNvPr id="13" name="Text Placeholder 14"/>
          <p:cNvSpPr>
            <a:spLocks noGrp="1"/>
          </p:cNvSpPr>
          <p:nvPr>
            <p:ph type="body" sz="quarter" idx="16" hasCustomPrompt="1"/>
          </p:nvPr>
        </p:nvSpPr>
        <p:spPr>
          <a:xfrm>
            <a:off x="6014907" y="1828800"/>
            <a:ext cx="4169664" cy="2212848"/>
          </a:xfrm>
        </p:spPr>
        <p:txBody>
          <a:bodyPr anchor="ctr">
            <a:normAutofit/>
          </a:bodyPr>
          <a:lstStyle>
            <a:lvl1pPr marL="0" indent="0">
              <a:buNone/>
              <a:defRPr sz="1200" baseline="0">
                <a:latin typeface="Batang" pitchFamily="18" charset="-127"/>
                <a:ea typeface="Batang" pitchFamily="18" charset="-127"/>
              </a:defRPr>
            </a:lvl1pPr>
          </a:lstStyle>
          <a:p>
            <a:pPr lvl="0"/>
            <a:r>
              <a:rPr lang="en-US" sz="1200" dirty="0">
                <a:latin typeface="Batang" pitchFamily="18" charset="-127"/>
                <a:ea typeface="Batang" pitchFamily="18" charset="-127"/>
              </a:rPr>
              <a:t>Text style</a:t>
            </a:r>
            <a:endParaRPr lang="en-US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7"/>
          </p:nvPr>
        </p:nvSpPr>
        <p:spPr>
          <a:xfrm>
            <a:off x="1422400" y="533400"/>
            <a:ext cx="8331200" cy="990600"/>
          </a:xfrm>
        </p:spPr>
        <p:txBody>
          <a:bodyPr anchor="b">
            <a:normAutofit/>
          </a:bodyPr>
          <a:lstStyle>
            <a:lvl1pPr marL="0" indent="0">
              <a:buNone/>
              <a:defRPr sz="3200" b="1">
                <a:latin typeface="Times New Roman" panose="02020603050405020304" pitchFamily="18" charset="0"/>
                <a:ea typeface="Segoe UI Symbol" pitchFamily="34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68396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3BAF0-9579-42B3-B979-30EFD986705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14"/>
          <p:cNvSpPr>
            <a:spLocks noGrp="1"/>
          </p:cNvSpPr>
          <p:nvPr>
            <p:ph type="body" sz="quarter" idx="13" hasCustomPrompt="1"/>
          </p:nvPr>
        </p:nvSpPr>
        <p:spPr>
          <a:xfrm>
            <a:off x="1646107" y="1828800"/>
            <a:ext cx="4169664" cy="2212848"/>
          </a:xfrm>
        </p:spPr>
        <p:txBody>
          <a:bodyPr anchor="ctr">
            <a:normAutofit/>
          </a:bodyPr>
          <a:lstStyle>
            <a:lvl1pPr marL="0" indent="0">
              <a:buNone/>
              <a:defRPr sz="1200" baseline="0">
                <a:latin typeface="Batang" pitchFamily="18" charset="-127"/>
                <a:ea typeface="Batang" pitchFamily="18" charset="-127"/>
              </a:defRPr>
            </a:lvl1pPr>
          </a:lstStyle>
          <a:p>
            <a:pPr lvl="0"/>
            <a:r>
              <a:rPr lang="en-US" sz="1200" dirty="0">
                <a:latin typeface="Batang" pitchFamily="18" charset="-127"/>
                <a:ea typeface="Batang" pitchFamily="18" charset="-127"/>
              </a:rPr>
              <a:t>Text style</a:t>
            </a:r>
            <a:endParaRPr lang="en-US" dirty="0"/>
          </a:p>
        </p:txBody>
      </p:sp>
      <p:sp>
        <p:nvSpPr>
          <p:cNvPr id="11" name="Text Placehold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1646107" y="4191000"/>
            <a:ext cx="4169664" cy="2212848"/>
          </a:xfrm>
        </p:spPr>
        <p:txBody>
          <a:bodyPr anchor="ctr">
            <a:normAutofit/>
          </a:bodyPr>
          <a:lstStyle>
            <a:lvl1pPr marL="0" indent="0">
              <a:buNone/>
              <a:defRPr sz="1200" baseline="0">
                <a:latin typeface="Batang" pitchFamily="18" charset="-127"/>
                <a:ea typeface="Batang" pitchFamily="18" charset="-127"/>
              </a:defRPr>
            </a:lvl1pPr>
          </a:lstStyle>
          <a:p>
            <a:pPr lvl="0"/>
            <a:r>
              <a:rPr lang="en-US" sz="1200" dirty="0">
                <a:latin typeface="Batang" pitchFamily="18" charset="-127"/>
                <a:ea typeface="Batang" pitchFamily="18" charset="-127"/>
              </a:rPr>
              <a:t>Text style</a:t>
            </a:r>
            <a:endParaRPr lang="en-US" dirty="0"/>
          </a:p>
        </p:txBody>
      </p:sp>
      <p:sp>
        <p:nvSpPr>
          <p:cNvPr id="12" name="Text Placeholder 14"/>
          <p:cNvSpPr>
            <a:spLocks noGrp="1"/>
          </p:cNvSpPr>
          <p:nvPr>
            <p:ph type="body" sz="quarter" idx="15" hasCustomPrompt="1"/>
          </p:nvPr>
        </p:nvSpPr>
        <p:spPr>
          <a:xfrm>
            <a:off x="6010843" y="4191000"/>
            <a:ext cx="4169664" cy="2212848"/>
          </a:xfrm>
        </p:spPr>
        <p:txBody>
          <a:bodyPr anchor="ctr">
            <a:normAutofit/>
          </a:bodyPr>
          <a:lstStyle>
            <a:lvl1pPr marL="0" indent="0">
              <a:buNone/>
              <a:defRPr sz="1200" baseline="0">
                <a:latin typeface="Batang" pitchFamily="18" charset="-127"/>
                <a:ea typeface="Batang" pitchFamily="18" charset="-127"/>
              </a:defRPr>
            </a:lvl1pPr>
          </a:lstStyle>
          <a:p>
            <a:pPr lvl="0"/>
            <a:r>
              <a:rPr lang="en-US" sz="1200" dirty="0">
                <a:latin typeface="Batang" pitchFamily="18" charset="-127"/>
                <a:ea typeface="Batang" pitchFamily="18" charset="-127"/>
              </a:rPr>
              <a:t>Text style</a:t>
            </a:r>
            <a:endParaRPr lang="en-US" dirty="0"/>
          </a:p>
        </p:txBody>
      </p:sp>
      <p:sp>
        <p:nvSpPr>
          <p:cNvPr id="13" name="Text Placeholder 14"/>
          <p:cNvSpPr>
            <a:spLocks noGrp="1"/>
          </p:cNvSpPr>
          <p:nvPr>
            <p:ph type="body" sz="quarter" idx="16" hasCustomPrompt="1"/>
          </p:nvPr>
        </p:nvSpPr>
        <p:spPr>
          <a:xfrm>
            <a:off x="6014907" y="1828800"/>
            <a:ext cx="4169664" cy="2212848"/>
          </a:xfrm>
        </p:spPr>
        <p:txBody>
          <a:bodyPr anchor="ctr">
            <a:normAutofit/>
          </a:bodyPr>
          <a:lstStyle>
            <a:lvl1pPr marL="0" indent="0">
              <a:buNone/>
              <a:defRPr sz="1200" baseline="0">
                <a:latin typeface="Batang" pitchFamily="18" charset="-127"/>
                <a:ea typeface="Batang" pitchFamily="18" charset="-127"/>
              </a:defRPr>
            </a:lvl1pPr>
          </a:lstStyle>
          <a:p>
            <a:pPr lvl="0"/>
            <a:r>
              <a:rPr lang="en-US" sz="1200" dirty="0">
                <a:latin typeface="Batang" pitchFamily="18" charset="-127"/>
                <a:ea typeface="Batang" pitchFamily="18" charset="-127"/>
              </a:rPr>
              <a:t>Text style</a:t>
            </a:r>
            <a:endParaRPr lang="en-US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7"/>
          </p:nvPr>
        </p:nvSpPr>
        <p:spPr>
          <a:xfrm>
            <a:off x="1422400" y="533400"/>
            <a:ext cx="8331200" cy="990600"/>
          </a:xfrm>
        </p:spPr>
        <p:txBody>
          <a:bodyPr anchor="b">
            <a:normAutofit/>
          </a:bodyPr>
          <a:lstStyle>
            <a:lvl1pPr marL="0" indent="0">
              <a:buNone/>
              <a:defRPr sz="3200" b="1">
                <a:latin typeface="Times New Roman" panose="02020603050405020304" pitchFamily="18" charset="0"/>
                <a:ea typeface="Segoe UI Symbol" pitchFamily="34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88803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3BAF0-9579-42B3-B979-30EFD986705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14"/>
          <p:cNvSpPr>
            <a:spLocks noGrp="1"/>
          </p:cNvSpPr>
          <p:nvPr>
            <p:ph type="body" sz="quarter" idx="13" hasCustomPrompt="1"/>
          </p:nvPr>
        </p:nvSpPr>
        <p:spPr>
          <a:xfrm>
            <a:off x="1646107" y="1828800"/>
            <a:ext cx="4169664" cy="2212848"/>
          </a:xfrm>
        </p:spPr>
        <p:txBody>
          <a:bodyPr anchor="ctr">
            <a:normAutofit/>
          </a:bodyPr>
          <a:lstStyle>
            <a:lvl1pPr marL="0" indent="0">
              <a:buNone/>
              <a:defRPr sz="1200" baseline="0">
                <a:latin typeface="Batang" pitchFamily="18" charset="-127"/>
                <a:ea typeface="Batang" pitchFamily="18" charset="-127"/>
              </a:defRPr>
            </a:lvl1pPr>
          </a:lstStyle>
          <a:p>
            <a:pPr lvl="0"/>
            <a:r>
              <a:rPr lang="en-US" sz="1200" dirty="0">
                <a:latin typeface="Batang" pitchFamily="18" charset="-127"/>
                <a:ea typeface="Batang" pitchFamily="18" charset="-127"/>
              </a:rPr>
              <a:t>Text style</a:t>
            </a:r>
            <a:endParaRPr lang="en-US" dirty="0"/>
          </a:p>
        </p:txBody>
      </p:sp>
      <p:sp>
        <p:nvSpPr>
          <p:cNvPr id="11" name="Text Placehold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1646107" y="4191000"/>
            <a:ext cx="4169664" cy="2212848"/>
          </a:xfrm>
        </p:spPr>
        <p:txBody>
          <a:bodyPr anchor="ctr">
            <a:normAutofit/>
          </a:bodyPr>
          <a:lstStyle>
            <a:lvl1pPr marL="0" indent="0">
              <a:buNone/>
              <a:defRPr sz="1200" baseline="0">
                <a:latin typeface="Batang" pitchFamily="18" charset="-127"/>
                <a:ea typeface="Batang" pitchFamily="18" charset="-127"/>
              </a:defRPr>
            </a:lvl1pPr>
          </a:lstStyle>
          <a:p>
            <a:pPr lvl="0"/>
            <a:r>
              <a:rPr lang="en-US" sz="1200" dirty="0">
                <a:latin typeface="Batang" pitchFamily="18" charset="-127"/>
                <a:ea typeface="Batang" pitchFamily="18" charset="-127"/>
              </a:rPr>
              <a:t>Text style</a:t>
            </a:r>
            <a:endParaRPr lang="en-US" dirty="0"/>
          </a:p>
        </p:txBody>
      </p:sp>
      <p:sp>
        <p:nvSpPr>
          <p:cNvPr id="12" name="Text Placeholder 14"/>
          <p:cNvSpPr>
            <a:spLocks noGrp="1"/>
          </p:cNvSpPr>
          <p:nvPr>
            <p:ph type="body" sz="quarter" idx="15" hasCustomPrompt="1"/>
          </p:nvPr>
        </p:nvSpPr>
        <p:spPr>
          <a:xfrm>
            <a:off x="6010843" y="4191000"/>
            <a:ext cx="4169664" cy="2212848"/>
          </a:xfrm>
        </p:spPr>
        <p:txBody>
          <a:bodyPr anchor="ctr">
            <a:normAutofit/>
          </a:bodyPr>
          <a:lstStyle>
            <a:lvl1pPr marL="0" indent="0">
              <a:buNone/>
              <a:defRPr sz="1200" baseline="0">
                <a:latin typeface="Batang" pitchFamily="18" charset="-127"/>
                <a:ea typeface="Batang" pitchFamily="18" charset="-127"/>
              </a:defRPr>
            </a:lvl1pPr>
          </a:lstStyle>
          <a:p>
            <a:pPr lvl="0"/>
            <a:r>
              <a:rPr lang="en-US" sz="1200" dirty="0">
                <a:latin typeface="Batang" pitchFamily="18" charset="-127"/>
                <a:ea typeface="Batang" pitchFamily="18" charset="-127"/>
              </a:rPr>
              <a:t>Text style</a:t>
            </a:r>
            <a:endParaRPr lang="en-US" dirty="0"/>
          </a:p>
        </p:txBody>
      </p:sp>
      <p:sp>
        <p:nvSpPr>
          <p:cNvPr id="13" name="Text Placeholder 14"/>
          <p:cNvSpPr>
            <a:spLocks noGrp="1"/>
          </p:cNvSpPr>
          <p:nvPr>
            <p:ph type="body" sz="quarter" idx="16" hasCustomPrompt="1"/>
          </p:nvPr>
        </p:nvSpPr>
        <p:spPr>
          <a:xfrm>
            <a:off x="6014907" y="1828800"/>
            <a:ext cx="4169664" cy="2212848"/>
          </a:xfrm>
        </p:spPr>
        <p:txBody>
          <a:bodyPr anchor="ctr">
            <a:normAutofit/>
          </a:bodyPr>
          <a:lstStyle>
            <a:lvl1pPr marL="0" indent="0">
              <a:buNone/>
              <a:defRPr sz="1200" baseline="0">
                <a:latin typeface="Batang" pitchFamily="18" charset="-127"/>
                <a:ea typeface="Batang" pitchFamily="18" charset="-127"/>
              </a:defRPr>
            </a:lvl1pPr>
          </a:lstStyle>
          <a:p>
            <a:pPr lvl="0"/>
            <a:r>
              <a:rPr lang="en-US" sz="1200" dirty="0">
                <a:latin typeface="Batang" pitchFamily="18" charset="-127"/>
                <a:ea typeface="Batang" pitchFamily="18" charset="-127"/>
              </a:rPr>
              <a:t>Text style</a:t>
            </a:r>
            <a:endParaRPr lang="en-US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7"/>
          </p:nvPr>
        </p:nvSpPr>
        <p:spPr>
          <a:xfrm>
            <a:off x="1422400" y="533400"/>
            <a:ext cx="8331200" cy="990600"/>
          </a:xfrm>
        </p:spPr>
        <p:txBody>
          <a:bodyPr anchor="b">
            <a:normAutofit/>
          </a:bodyPr>
          <a:lstStyle>
            <a:lvl1pPr marL="0" indent="0">
              <a:buNone/>
              <a:defRPr sz="3200" b="1">
                <a:latin typeface="Times New Roman" panose="02020603050405020304" pitchFamily="18" charset="0"/>
                <a:ea typeface="Segoe UI Symbol" pitchFamily="34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737553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3BAF0-9579-42B3-B979-30EFD986705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14"/>
          <p:cNvSpPr>
            <a:spLocks noGrp="1"/>
          </p:cNvSpPr>
          <p:nvPr>
            <p:ph type="body" sz="quarter" idx="13" hasCustomPrompt="1"/>
          </p:nvPr>
        </p:nvSpPr>
        <p:spPr>
          <a:xfrm>
            <a:off x="1646107" y="1828800"/>
            <a:ext cx="4169664" cy="2212848"/>
          </a:xfrm>
        </p:spPr>
        <p:txBody>
          <a:bodyPr anchor="ctr">
            <a:normAutofit/>
          </a:bodyPr>
          <a:lstStyle>
            <a:lvl1pPr marL="0" indent="0">
              <a:buNone/>
              <a:defRPr sz="1200" baseline="0">
                <a:latin typeface="Batang" pitchFamily="18" charset="-127"/>
                <a:ea typeface="Batang" pitchFamily="18" charset="-127"/>
              </a:defRPr>
            </a:lvl1pPr>
          </a:lstStyle>
          <a:p>
            <a:pPr lvl="0"/>
            <a:r>
              <a:rPr lang="en-US" sz="1200" dirty="0">
                <a:latin typeface="Batang" pitchFamily="18" charset="-127"/>
                <a:ea typeface="Batang" pitchFamily="18" charset="-127"/>
              </a:rPr>
              <a:t>Text style</a:t>
            </a:r>
            <a:endParaRPr lang="en-US" dirty="0"/>
          </a:p>
        </p:txBody>
      </p:sp>
      <p:sp>
        <p:nvSpPr>
          <p:cNvPr id="11" name="Text Placehold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1646107" y="4191000"/>
            <a:ext cx="4169664" cy="2212848"/>
          </a:xfrm>
        </p:spPr>
        <p:txBody>
          <a:bodyPr anchor="ctr">
            <a:normAutofit/>
          </a:bodyPr>
          <a:lstStyle>
            <a:lvl1pPr marL="0" indent="0">
              <a:buNone/>
              <a:defRPr sz="1200" baseline="0">
                <a:latin typeface="Batang" pitchFamily="18" charset="-127"/>
                <a:ea typeface="Batang" pitchFamily="18" charset="-127"/>
              </a:defRPr>
            </a:lvl1pPr>
          </a:lstStyle>
          <a:p>
            <a:pPr lvl="0"/>
            <a:r>
              <a:rPr lang="en-US" sz="1200" dirty="0">
                <a:latin typeface="Batang" pitchFamily="18" charset="-127"/>
                <a:ea typeface="Batang" pitchFamily="18" charset="-127"/>
              </a:rPr>
              <a:t>Text style</a:t>
            </a:r>
            <a:endParaRPr lang="en-US" dirty="0"/>
          </a:p>
        </p:txBody>
      </p:sp>
      <p:sp>
        <p:nvSpPr>
          <p:cNvPr id="12" name="Text Placeholder 14"/>
          <p:cNvSpPr>
            <a:spLocks noGrp="1"/>
          </p:cNvSpPr>
          <p:nvPr>
            <p:ph type="body" sz="quarter" idx="15" hasCustomPrompt="1"/>
          </p:nvPr>
        </p:nvSpPr>
        <p:spPr>
          <a:xfrm>
            <a:off x="6010843" y="4191000"/>
            <a:ext cx="4169664" cy="2212848"/>
          </a:xfrm>
        </p:spPr>
        <p:txBody>
          <a:bodyPr anchor="ctr">
            <a:normAutofit/>
          </a:bodyPr>
          <a:lstStyle>
            <a:lvl1pPr marL="0" indent="0">
              <a:buNone/>
              <a:defRPr sz="1200" baseline="0">
                <a:latin typeface="Batang" pitchFamily="18" charset="-127"/>
                <a:ea typeface="Batang" pitchFamily="18" charset="-127"/>
              </a:defRPr>
            </a:lvl1pPr>
          </a:lstStyle>
          <a:p>
            <a:pPr lvl="0"/>
            <a:r>
              <a:rPr lang="en-US" sz="1200" dirty="0">
                <a:latin typeface="Batang" pitchFamily="18" charset="-127"/>
                <a:ea typeface="Batang" pitchFamily="18" charset="-127"/>
              </a:rPr>
              <a:t>Text style</a:t>
            </a:r>
            <a:endParaRPr lang="en-US" dirty="0"/>
          </a:p>
        </p:txBody>
      </p:sp>
      <p:sp>
        <p:nvSpPr>
          <p:cNvPr id="13" name="Text Placeholder 14"/>
          <p:cNvSpPr>
            <a:spLocks noGrp="1"/>
          </p:cNvSpPr>
          <p:nvPr>
            <p:ph type="body" sz="quarter" idx="16" hasCustomPrompt="1"/>
          </p:nvPr>
        </p:nvSpPr>
        <p:spPr>
          <a:xfrm>
            <a:off x="6014907" y="1828800"/>
            <a:ext cx="4169664" cy="2212848"/>
          </a:xfrm>
        </p:spPr>
        <p:txBody>
          <a:bodyPr anchor="ctr">
            <a:normAutofit/>
          </a:bodyPr>
          <a:lstStyle>
            <a:lvl1pPr marL="0" indent="0">
              <a:buNone/>
              <a:defRPr sz="1200" baseline="0">
                <a:latin typeface="Batang" pitchFamily="18" charset="-127"/>
                <a:ea typeface="Batang" pitchFamily="18" charset="-127"/>
              </a:defRPr>
            </a:lvl1pPr>
          </a:lstStyle>
          <a:p>
            <a:pPr lvl="0"/>
            <a:r>
              <a:rPr lang="en-US" sz="1200" dirty="0">
                <a:latin typeface="Batang" pitchFamily="18" charset="-127"/>
                <a:ea typeface="Batang" pitchFamily="18" charset="-127"/>
              </a:rPr>
              <a:t>Text style</a:t>
            </a:r>
            <a:endParaRPr lang="en-US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7"/>
          </p:nvPr>
        </p:nvSpPr>
        <p:spPr>
          <a:xfrm>
            <a:off x="1422400" y="533400"/>
            <a:ext cx="8331200" cy="990600"/>
          </a:xfrm>
        </p:spPr>
        <p:txBody>
          <a:bodyPr anchor="b">
            <a:normAutofit/>
          </a:bodyPr>
          <a:lstStyle>
            <a:lvl1pPr marL="0" indent="0">
              <a:buNone/>
              <a:defRPr sz="3200" b="1">
                <a:latin typeface="Times New Roman" panose="02020603050405020304" pitchFamily="18" charset="0"/>
                <a:ea typeface="Segoe UI Symbol" pitchFamily="34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553406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3BAF0-9579-42B3-B979-30EFD986705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14"/>
          <p:cNvSpPr>
            <a:spLocks noGrp="1"/>
          </p:cNvSpPr>
          <p:nvPr>
            <p:ph type="body" sz="quarter" idx="13" hasCustomPrompt="1"/>
          </p:nvPr>
        </p:nvSpPr>
        <p:spPr>
          <a:xfrm>
            <a:off x="1646107" y="1828800"/>
            <a:ext cx="4169664" cy="2212848"/>
          </a:xfrm>
        </p:spPr>
        <p:txBody>
          <a:bodyPr anchor="ctr">
            <a:normAutofit/>
          </a:bodyPr>
          <a:lstStyle>
            <a:lvl1pPr marL="0" indent="0">
              <a:buNone/>
              <a:defRPr sz="1200" baseline="0">
                <a:latin typeface="Batang" pitchFamily="18" charset="-127"/>
                <a:ea typeface="Batang" pitchFamily="18" charset="-127"/>
              </a:defRPr>
            </a:lvl1pPr>
          </a:lstStyle>
          <a:p>
            <a:pPr lvl="0"/>
            <a:r>
              <a:rPr lang="en-US" sz="1200" dirty="0">
                <a:latin typeface="Batang" pitchFamily="18" charset="-127"/>
                <a:ea typeface="Batang" pitchFamily="18" charset="-127"/>
              </a:rPr>
              <a:t>Text style</a:t>
            </a:r>
            <a:endParaRPr lang="en-US" dirty="0"/>
          </a:p>
        </p:txBody>
      </p:sp>
      <p:sp>
        <p:nvSpPr>
          <p:cNvPr id="11" name="Text Placehold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1646107" y="4191000"/>
            <a:ext cx="4169664" cy="2212848"/>
          </a:xfrm>
        </p:spPr>
        <p:txBody>
          <a:bodyPr anchor="ctr">
            <a:normAutofit/>
          </a:bodyPr>
          <a:lstStyle>
            <a:lvl1pPr marL="0" indent="0">
              <a:buNone/>
              <a:defRPr sz="1200" baseline="0">
                <a:latin typeface="Batang" pitchFamily="18" charset="-127"/>
                <a:ea typeface="Batang" pitchFamily="18" charset="-127"/>
              </a:defRPr>
            </a:lvl1pPr>
          </a:lstStyle>
          <a:p>
            <a:pPr lvl="0"/>
            <a:r>
              <a:rPr lang="en-US" sz="1200" dirty="0">
                <a:latin typeface="Batang" pitchFamily="18" charset="-127"/>
                <a:ea typeface="Batang" pitchFamily="18" charset="-127"/>
              </a:rPr>
              <a:t>Text style</a:t>
            </a:r>
            <a:endParaRPr lang="en-US" dirty="0"/>
          </a:p>
        </p:txBody>
      </p:sp>
      <p:sp>
        <p:nvSpPr>
          <p:cNvPr id="12" name="Text Placeholder 14"/>
          <p:cNvSpPr>
            <a:spLocks noGrp="1"/>
          </p:cNvSpPr>
          <p:nvPr>
            <p:ph type="body" sz="quarter" idx="15" hasCustomPrompt="1"/>
          </p:nvPr>
        </p:nvSpPr>
        <p:spPr>
          <a:xfrm>
            <a:off x="6010843" y="4191000"/>
            <a:ext cx="4169664" cy="2212848"/>
          </a:xfrm>
        </p:spPr>
        <p:txBody>
          <a:bodyPr anchor="ctr">
            <a:normAutofit/>
          </a:bodyPr>
          <a:lstStyle>
            <a:lvl1pPr marL="0" indent="0">
              <a:buNone/>
              <a:defRPr sz="1200" baseline="0">
                <a:latin typeface="Batang" pitchFamily="18" charset="-127"/>
                <a:ea typeface="Batang" pitchFamily="18" charset="-127"/>
              </a:defRPr>
            </a:lvl1pPr>
          </a:lstStyle>
          <a:p>
            <a:pPr lvl="0"/>
            <a:r>
              <a:rPr lang="en-US" sz="1200" dirty="0">
                <a:latin typeface="Batang" pitchFamily="18" charset="-127"/>
                <a:ea typeface="Batang" pitchFamily="18" charset="-127"/>
              </a:rPr>
              <a:t>Text style</a:t>
            </a:r>
            <a:endParaRPr lang="en-US" dirty="0"/>
          </a:p>
        </p:txBody>
      </p:sp>
      <p:sp>
        <p:nvSpPr>
          <p:cNvPr id="13" name="Text Placeholder 14"/>
          <p:cNvSpPr>
            <a:spLocks noGrp="1"/>
          </p:cNvSpPr>
          <p:nvPr>
            <p:ph type="body" sz="quarter" idx="16" hasCustomPrompt="1"/>
          </p:nvPr>
        </p:nvSpPr>
        <p:spPr>
          <a:xfrm>
            <a:off x="6014907" y="1828800"/>
            <a:ext cx="4169664" cy="2212848"/>
          </a:xfrm>
        </p:spPr>
        <p:txBody>
          <a:bodyPr anchor="ctr">
            <a:normAutofit/>
          </a:bodyPr>
          <a:lstStyle>
            <a:lvl1pPr marL="0" indent="0">
              <a:buNone/>
              <a:defRPr sz="1200" baseline="0">
                <a:latin typeface="Batang" pitchFamily="18" charset="-127"/>
                <a:ea typeface="Batang" pitchFamily="18" charset="-127"/>
              </a:defRPr>
            </a:lvl1pPr>
          </a:lstStyle>
          <a:p>
            <a:pPr lvl="0"/>
            <a:r>
              <a:rPr lang="en-US" sz="1200" dirty="0">
                <a:latin typeface="Batang" pitchFamily="18" charset="-127"/>
                <a:ea typeface="Batang" pitchFamily="18" charset="-127"/>
              </a:rPr>
              <a:t>Text style</a:t>
            </a:r>
            <a:endParaRPr lang="en-US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7"/>
          </p:nvPr>
        </p:nvSpPr>
        <p:spPr>
          <a:xfrm>
            <a:off x="1422400" y="533400"/>
            <a:ext cx="8331200" cy="990600"/>
          </a:xfrm>
        </p:spPr>
        <p:txBody>
          <a:bodyPr anchor="b">
            <a:normAutofit/>
          </a:bodyPr>
          <a:lstStyle>
            <a:lvl1pPr marL="0" indent="0">
              <a:buNone/>
              <a:defRPr sz="3200" b="1">
                <a:latin typeface="Times New Roman" panose="02020603050405020304" pitchFamily="18" charset="0"/>
                <a:ea typeface="Segoe UI Symbol" pitchFamily="34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84752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3BAF0-9579-42B3-B979-30EFD986705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14"/>
          <p:cNvSpPr>
            <a:spLocks noGrp="1"/>
          </p:cNvSpPr>
          <p:nvPr>
            <p:ph type="body" sz="quarter" idx="13" hasCustomPrompt="1"/>
          </p:nvPr>
        </p:nvSpPr>
        <p:spPr>
          <a:xfrm>
            <a:off x="1646107" y="1828800"/>
            <a:ext cx="4169664" cy="2212848"/>
          </a:xfrm>
        </p:spPr>
        <p:txBody>
          <a:bodyPr anchor="ctr">
            <a:normAutofit/>
          </a:bodyPr>
          <a:lstStyle>
            <a:lvl1pPr marL="0" indent="0">
              <a:buNone/>
              <a:defRPr sz="1200" baseline="0">
                <a:latin typeface="Batang" pitchFamily="18" charset="-127"/>
                <a:ea typeface="Batang" pitchFamily="18" charset="-127"/>
              </a:defRPr>
            </a:lvl1pPr>
          </a:lstStyle>
          <a:p>
            <a:pPr lvl="0"/>
            <a:r>
              <a:rPr lang="en-US" sz="1200" dirty="0">
                <a:latin typeface="Batang" pitchFamily="18" charset="-127"/>
                <a:ea typeface="Batang" pitchFamily="18" charset="-127"/>
              </a:rPr>
              <a:t>Text style</a:t>
            </a:r>
            <a:endParaRPr lang="en-US" dirty="0"/>
          </a:p>
        </p:txBody>
      </p:sp>
      <p:sp>
        <p:nvSpPr>
          <p:cNvPr id="11" name="Text Placehold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1646107" y="4191000"/>
            <a:ext cx="4169664" cy="2212848"/>
          </a:xfrm>
        </p:spPr>
        <p:txBody>
          <a:bodyPr anchor="ctr">
            <a:normAutofit/>
          </a:bodyPr>
          <a:lstStyle>
            <a:lvl1pPr marL="0" indent="0">
              <a:buNone/>
              <a:defRPr sz="1200" baseline="0">
                <a:latin typeface="Batang" pitchFamily="18" charset="-127"/>
                <a:ea typeface="Batang" pitchFamily="18" charset="-127"/>
              </a:defRPr>
            </a:lvl1pPr>
          </a:lstStyle>
          <a:p>
            <a:pPr lvl="0"/>
            <a:r>
              <a:rPr lang="en-US" sz="1200" dirty="0">
                <a:latin typeface="Batang" pitchFamily="18" charset="-127"/>
                <a:ea typeface="Batang" pitchFamily="18" charset="-127"/>
              </a:rPr>
              <a:t>Text style</a:t>
            </a:r>
            <a:endParaRPr lang="en-US" dirty="0"/>
          </a:p>
        </p:txBody>
      </p:sp>
      <p:sp>
        <p:nvSpPr>
          <p:cNvPr id="12" name="Text Placeholder 14"/>
          <p:cNvSpPr>
            <a:spLocks noGrp="1"/>
          </p:cNvSpPr>
          <p:nvPr>
            <p:ph type="body" sz="quarter" idx="15" hasCustomPrompt="1"/>
          </p:nvPr>
        </p:nvSpPr>
        <p:spPr>
          <a:xfrm>
            <a:off x="6010843" y="4191000"/>
            <a:ext cx="4169664" cy="2212848"/>
          </a:xfrm>
        </p:spPr>
        <p:txBody>
          <a:bodyPr anchor="ctr">
            <a:normAutofit/>
          </a:bodyPr>
          <a:lstStyle>
            <a:lvl1pPr marL="0" indent="0">
              <a:buNone/>
              <a:defRPr sz="1200" baseline="0">
                <a:latin typeface="Batang" pitchFamily="18" charset="-127"/>
                <a:ea typeface="Batang" pitchFamily="18" charset="-127"/>
              </a:defRPr>
            </a:lvl1pPr>
          </a:lstStyle>
          <a:p>
            <a:pPr lvl="0"/>
            <a:r>
              <a:rPr lang="en-US" sz="1200" dirty="0">
                <a:latin typeface="Batang" pitchFamily="18" charset="-127"/>
                <a:ea typeface="Batang" pitchFamily="18" charset="-127"/>
              </a:rPr>
              <a:t>Text style</a:t>
            </a:r>
            <a:endParaRPr lang="en-US" dirty="0"/>
          </a:p>
        </p:txBody>
      </p:sp>
      <p:sp>
        <p:nvSpPr>
          <p:cNvPr id="13" name="Text Placeholder 14"/>
          <p:cNvSpPr>
            <a:spLocks noGrp="1"/>
          </p:cNvSpPr>
          <p:nvPr>
            <p:ph type="body" sz="quarter" idx="16" hasCustomPrompt="1"/>
          </p:nvPr>
        </p:nvSpPr>
        <p:spPr>
          <a:xfrm>
            <a:off x="6014907" y="1828800"/>
            <a:ext cx="4169664" cy="2212848"/>
          </a:xfrm>
        </p:spPr>
        <p:txBody>
          <a:bodyPr anchor="ctr">
            <a:normAutofit/>
          </a:bodyPr>
          <a:lstStyle>
            <a:lvl1pPr marL="0" indent="0">
              <a:buNone/>
              <a:defRPr sz="1200" baseline="0">
                <a:latin typeface="Batang" pitchFamily="18" charset="-127"/>
                <a:ea typeface="Batang" pitchFamily="18" charset="-127"/>
              </a:defRPr>
            </a:lvl1pPr>
          </a:lstStyle>
          <a:p>
            <a:pPr lvl="0"/>
            <a:r>
              <a:rPr lang="en-US" sz="1200" dirty="0">
                <a:latin typeface="Batang" pitchFamily="18" charset="-127"/>
                <a:ea typeface="Batang" pitchFamily="18" charset="-127"/>
              </a:rPr>
              <a:t>Text style</a:t>
            </a:r>
            <a:endParaRPr lang="en-US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7"/>
          </p:nvPr>
        </p:nvSpPr>
        <p:spPr>
          <a:xfrm>
            <a:off x="1422400" y="533400"/>
            <a:ext cx="8331200" cy="990600"/>
          </a:xfrm>
        </p:spPr>
        <p:txBody>
          <a:bodyPr anchor="b">
            <a:normAutofit/>
          </a:bodyPr>
          <a:lstStyle>
            <a:lvl1pPr marL="0" indent="0">
              <a:buNone/>
              <a:defRPr sz="3200" b="1">
                <a:latin typeface="Times New Roman" panose="02020603050405020304" pitchFamily="18" charset="0"/>
                <a:ea typeface="Segoe UI Symbol" pitchFamily="34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676321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1400">
                <a:latin typeface="Segoe UI Symbol" pitchFamily="34" charset="0"/>
                <a:ea typeface="Segoe UI Symbo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8F263-8F67-4EB6-A377-0FB965046360}" type="datetime1">
              <a:rPr lang="en-US" smtClean="0"/>
              <a:pPr/>
              <a:t>5/1/2020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3BAF0-9579-42B3-B979-30EFD98670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0646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3C9D5-948D-45BF-A43A-BC1C8F177659}" type="datetime1">
              <a:rPr lang="en-US" smtClean="0"/>
              <a:pPr/>
              <a:t>5/1/2020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3BAF0-9579-42B3-B979-30EFD98670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0586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E1747-153E-4BA7-845E-5E7975F88D66}" type="datetime1">
              <a:rPr lang="en-US" smtClean="0"/>
              <a:pPr/>
              <a:t>5/1/2020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3BAF0-9579-42B3-B979-30EFD98670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5381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ECA1C-BCD9-4C21-9BC5-BB94294F1269}" type="datetime1">
              <a:rPr lang="en-US" smtClean="0"/>
              <a:pPr/>
              <a:t>5/1/2020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3BAF0-9579-42B3-B979-30EFD98670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6455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D56A4-68C4-40CF-99B1-A59BBC130E54}" type="datetime1">
              <a:rPr lang="en-US" smtClean="0"/>
              <a:pPr/>
              <a:t>5/1/2020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3BAF0-9579-42B3-B979-30EFD98670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764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4250C-EECC-464A-9F01-39097C0C28CA}" type="datetime1">
              <a:rPr lang="en-US" smtClean="0"/>
              <a:pPr/>
              <a:t>5/1/2020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3BAF0-9579-42B3-B979-30EFD98670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8419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3BAF0-9579-42B3-B979-30EFD986705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14"/>
          <p:cNvSpPr>
            <a:spLocks noGrp="1"/>
          </p:cNvSpPr>
          <p:nvPr>
            <p:ph type="body" sz="quarter" idx="13" hasCustomPrompt="1"/>
          </p:nvPr>
        </p:nvSpPr>
        <p:spPr>
          <a:xfrm>
            <a:off x="1646107" y="1828800"/>
            <a:ext cx="4169664" cy="2212848"/>
          </a:xfrm>
        </p:spPr>
        <p:txBody>
          <a:bodyPr anchor="ctr">
            <a:normAutofit/>
          </a:bodyPr>
          <a:lstStyle>
            <a:lvl1pPr marL="0" indent="0">
              <a:buNone/>
              <a:defRPr sz="1200" baseline="0">
                <a:latin typeface="Batang" pitchFamily="18" charset="-127"/>
                <a:ea typeface="Batang" pitchFamily="18" charset="-127"/>
              </a:defRPr>
            </a:lvl1pPr>
          </a:lstStyle>
          <a:p>
            <a:pPr lvl="0"/>
            <a:r>
              <a:rPr lang="en-US" sz="1200" dirty="0">
                <a:latin typeface="Batang" pitchFamily="18" charset="-127"/>
                <a:ea typeface="Batang" pitchFamily="18" charset="-127"/>
              </a:rPr>
              <a:t>Text style</a:t>
            </a:r>
            <a:endParaRPr lang="en-US" dirty="0"/>
          </a:p>
        </p:txBody>
      </p:sp>
      <p:sp>
        <p:nvSpPr>
          <p:cNvPr id="11" name="Text Placehold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1646107" y="4191000"/>
            <a:ext cx="4169664" cy="2212848"/>
          </a:xfrm>
        </p:spPr>
        <p:txBody>
          <a:bodyPr anchor="ctr">
            <a:normAutofit/>
          </a:bodyPr>
          <a:lstStyle>
            <a:lvl1pPr marL="0" indent="0">
              <a:buNone/>
              <a:defRPr sz="1200" baseline="0">
                <a:latin typeface="Batang" pitchFamily="18" charset="-127"/>
                <a:ea typeface="Batang" pitchFamily="18" charset="-127"/>
              </a:defRPr>
            </a:lvl1pPr>
          </a:lstStyle>
          <a:p>
            <a:pPr lvl="0"/>
            <a:r>
              <a:rPr lang="en-US" sz="1200" dirty="0">
                <a:latin typeface="Batang" pitchFamily="18" charset="-127"/>
                <a:ea typeface="Batang" pitchFamily="18" charset="-127"/>
              </a:rPr>
              <a:t>Text style</a:t>
            </a:r>
            <a:endParaRPr lang="en-US" dirty="0"/>
          </a:p>
        </p:txBody>
      </p:sp>
      <p:sp>
        <p:nvSpPr>
          <p:cNvPr id="12" name="Text Placeholder 14"/>
          <p:cNvSpPr>
            <a:spLocks noGrp="1"/>
          </p:cNvSpPr>
          <p:nvPr>
            <p:ph type="body" sz="quarter" idx="15" hasCustomPrompt="1"/>
          </p:nvPr>
        </p:nvSpPr>
        <p:spPr>
          <a:xfrm>
            <a:off x="6010843" y="4191000"/>
            <a:ext cx="4169664" cy="2212848"/>
          </a:xfrm>
        </p:spPr>
        <p:txBody>
          <a:bodyPr anchor="ctr">
            <a:normAutofit/>
          </a:bodyPr>
          <a:lstStyle>
            <a:lvl1pPr marL="0" indent="0">
              <a:buNone/>
              <a:defRPr sz="1200" baseline="0">
                <a:latin typeface="Batang" pitchFamily="18" charset="-127"/>
                <a:ea typeface="Batang" pitchFamily="18" charset="-127"/>
              </a:defRPr>
            </a:lvl1pPr>
          </a:lstStyle>
          <a:p>
            <a:pPr lvl="0"/>
            <a:r>
              <a:rPr lang="en-US" sz="1200" dirty="0">
                <a:latin typeface="Batang" pitchFamily="18" charset="-127"/>
                <a:ea typeface="Batang" pitchFamily="18" charset="-127"/>
              </a:rPr>
              <a:t>Text style</a:t>
            </a:r>
            <a:endParaRPr lang="en-US" dirty="0"/>
          </a:p>
        </p:txBody>
      </p:sp>
      <p:sp>
        <p:nvSpPr>
          <p:cNvPr id="13" name="Text Placeholder 14"/>
          <p:cNvSpPr>
            <a:spLocks noGrp="1"/>
          </p:cNvSpPr>
          <p:nvPr>
            <p:ph type="body" sz="quarter" idx="16" hasCustomPrompt="1"/>
          </p:nvPr>
        </p:nvSpPr>
        <p:spPr>
          <a:xfrm>
            <a:off x="6014907" y="1828800"/>
            <a:ext cx="4169664" cy="2212848"/>
          </a:xfrm>
        </p:spPr>
        <p:txBody>
          <a:bodyPr anchor="ctr">
            <a:normAutofit/>
          </a:bodyPr>
          <a:lstStyle>
            <a:lvl1pPr marL="0" indent="0">
              <a:buNone/>
              <a:defRPr sz="1200" baseline="0">
                <a:latin typeface="Batang" pitchFamily="18" charset="-127"/>
                <a:ea typeface="Batang" pitchFamily="18" charset="-127"/>
              </a:defRPr>
            </a:lvl1pPr>
          </a:lstStyle>
          <a:p>
            <a:pPr lvl="0"/>
            <a:r>
              <a:rPr lang="en-US" sz="1200" dirty="0">
                <a:latin typeface="Batang" pitchFamily="18" charset="-127"/>
                <a:ea typeface="Batang" pitchFamily="18" charset="-127"/>
              </a:rPr>
              <a:t>Text style</a:t>
            </a:r>
            <a:endParaRPr lang="en-US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7"/>
          </p:nvPr>
        </p:nvSpPr>
        <p:spPr>
          <a:xfrm>
            <a:off x="1422400" y="533400"/>
            <a:ext cx="8331200" cy="990600"/>
          </a:xfrm>
        </p:spPr>
        <p:txBody>
          <a:bodyPr anchor="b">
            <a:normAutofit/>
          </a:bodyPr>
          <a:lstStyle>
            <a:lvl1pPr marL="0" indent="0">
              <a:buNone/>
              <a:defRPr sz="3200" b="1">
                <a:latin typeface="Times New Roman" panose="02020603050405020304" pitchFamily="18" charset="0"/>
                <a:ea typeface="Segoe UI Symbol" pitchFamily="34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012014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1400">
                <a:latin typeface="Segoe UI Symbol" pitchFamily="34" charset="0"/>
                <a:ea typeface="Segoe UI Symbo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8F263-8F67-4EB6-A377-0FB965046360}" type="datetime1">
              <a:rPr lang="en-US" smtClean="0"/>
              <a:pPr/>
              <a:t>5/1/2020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3BAF0-9579-42B3-B979-30EFD98670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86559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3BAF0-9579-42B3-B979-30EFD98670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1551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9461F-53CE-4F0D-8C52-0E69A5D463FE}" type="datetime1">
              <a:rPr lang="en-US" smtClean="0"/>
              <a:pPr/>
              <a:t>5/1/2020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3BAF0-9579-42B3-B979-30EFD98670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62406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5868E-B978-4568-9431-F5759F396BAA}" type="datetime1">
              <a:rPr lang="en-US" smtClean="0"/>
              <a:pPr/>
              <a:t>5/1/2020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3BAF0-9579-42B3-B979-30EFD98670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05024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74B5A-09BF-4687-B57D-3DB82197D943}" type="datetime1">
              <a:rPr lang="en-US" smtClean="0"/>
              <a:pPr/>
              <a:t>5/1/2020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3BAF0-9579-42B3-B979-30EFD98670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1074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3F927-E985-4A56-9013-78D3FFC3EF4C}" type="datetime1">
              <a:rPr lang="en-US" smtClean="0"/>
              <a:pPr/>
              <a:t>5/1/2020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3BAF0-9579-42B3-B979-30EFD98670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21339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8F263-8F67-4EB6-A377-0FB965046360}" type="datetime1">
              <a:rPr lang="en-US" smtClean="0"/>
              <a:pPr/>
              <a:t>5/1/2020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3BAF0-9579-42B3-B979-30EFD98670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14064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CB659-BAAB-4DA9-8080-ED588401F2FB}" type="datetimeFigureOut">
              <a:rPr lang="en-US" smtClean="0"/>
              <a:t>5/1/2020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6893B-9070-4648-9A95-A4B056A20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57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60C49F-89DE-4DE3-833D-06447F694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18773A-CFBE-411F-AA4D-45D5FE1765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A2104-DE82-4839-8B15-91CEAB9B15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B1379A-7DAF-4B96-B716-437413B1EDF1}" type="datetimeFigureOut">
              <a:rPr lang="en-US" smtClean="0"/>
              <a:t>5/1/2020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8E97A-EC7C-4124-A1D1-D1F4260D7B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0D829-2AB8-4F94-9CF6-75DDEC03A7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D3701-3DFC-46EF-8FF1-85C1A0F06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646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38F263-8F67-4EB6-A377-0FB965046360}" type="datetime1">
              <a:rPr lang="en-US" smtClean="0"/>
              <a:pPr/>
              <a:t>5/1/2020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3BAF0-9579-42B3-B979-30EFD98670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596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8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youtube.com/watch?v=pNn_oJwZ2sg&amp;feature=related" TargetMode="Externa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youtube.com/watch?v=Zg7gxAG8YS4&amp;feature=related" TargetMode="External"/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Zg7gxAG8YS4&amp;feature=related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8AA5BC-4F7A-4226-8F99-6D824B226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-3324"/>
            <a:ext cx="9144000" cy="68613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5445C6-DD42-4979-86FF-03730E8C6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1765300" y="321733"/>
            <a:ext cx="8680116" cy="6214534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127000" cap="sq" cmpd="thinThick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67000" y="1122363"/>
            <a:ext cx="6858000" cy="2840037"/>
          </a:xfrm>
        </p:spPr>
        <p:txBody>
          <a:bodyPr>
            <a:normAutofit/>
          </a:bodyPr>
          <a:lstStyle/>
          <a:p>
            <a:r>
              <a:rPr lang="en-US" sz="5000" cap="all">
                <a:latin typeface="Euphemia"/>
              </a:rPr>
              <a:t>Bias from selection and corrections using matching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5000665-DFC7-417E-8FD7-516A0F15C9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67300" y="4109417"/>
            <a:ext cx="2057400" cy="0"/>
          </a:xfrm>
          <a:prstGeom prst="line">
            <a:avLst/>
          </a:prstGeom>
          <a:ln w="12700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27953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46F692C-95C4-4E52-A816-E05507CC9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3BAF0-9579-42B3-B979-30EFD986705E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693CD7C-E04C-48ED-B3F8-D111FA06C8AB}"/>
              </a:ext>
            </a:extLst>
          </p:cNvPr>
          <p:cNvSpPr/>
          <p:nvPr/>
        </p:nvSpPr>
        <p:spPr>
          <a:xfrm>
            <a:off x="3217458" y="864389"/>
            <a:ext cx="1619250" cy="151988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3A020F2-51F1-4059-B90B-117135CE3502}"/>
              </a:ext>
            </a:extLst>
          </p:cNvPr>
          <p:cNvSpPr/>
          <p:nvPr/>
        </p:nvSpPr>
        <p:spPr>
          <a:xfrm>
            <a:off x="2958378" y="1741097"/>
            <a:ext cx="1276771" cy="1139259"/>
          </a:xfrm>
          <a:prstGeom prst="ellipse">
            <a:avLst/>
          </a:prstGeom>
          <a:solidFill>
            <a:schemeClr val="accent2">
              <a:alpha val="17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942920-2459-4000-944E-16B0C721C0C8}"/>
              </a:ext>
            </a:extLst>
          </p:cNvPr>
          <p:cNvSpPr txBox="1"/>
          <p:nvPr/>
        </p:nvSpPr>
        <p:spPr>
          <a:xfrm>
            <a:off x="2715171" y="589698"/>
            <a:ext cx="786555" cy="563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30" b="1" dirty="0">
                <a:solidFill>
                  <a:schemeClr val="accent5">
                    <a:lumMod val="50000"/>
                  </a:schemeClr>
                </a:solidFill>
              </a:rPr>
              <a:t>Test Score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D2F190-8687-4781-A91C-6019CAA93423}"/>
              </a:ext>
            </a:extLst>
          </p:cNvPr>
          <p:cNvSpPr txBox="1"/>
          <p:nvPr/>
        </p:nvSpPr>
        <p:spPr>
          <a:xfrm>
            <a:off x="2544492" y="2718900"/>
            <a:ext cx="827773" cy="563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30" b="1" dirty="0">
                <a:solidFill>
                  <a:schemeClr val="accent2"/>
                </a:solidFill>
              </a:rPr>
              <a:t>Class Size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45229B-D596-47D1-B8AA-C197E525D874}"/>
              </a:ext>
            </a:extLst>
          </p:cNvPr>
          <p:cNvSpPr txBox="1"/>
          <p:nvPr/>
        </p:nvSpPr>
        <p:spPr>
          <a:xfrm>
            <a:off x="3877747" y="1232222"/>
            <a:ext cx="325730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0CE4E1-7D92-4725-AB12-4FACD0D9A7EC}"/>
              </a:ext>
            </a:extLst>
          </p:cNvPr>
          <p:cNvSpPr txBox="1"/>
          <p:nvPr/>
        </p:nvSpPr>
        <p:spPr>
          <a:xfrm>
            <a:off x="3601026" y="1877264"/>
            <a:ext cx="325730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5267DC-5BDF-4523-8610-527EAA013969}"/>
              </a:ext>
            </a:extLst>
          </p:cNvPr>
          <p:cNvSpPr txBox="1"/>
          <p:nvPr/>
        </p:nvSpPr>
        <p:spPr>
          <a:xfrm>
            <a:off x="3268322" y="2314674"/>
            <a:ext cx="325730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9A29232-7917-4817-B409-AE3AD6160D3F}"/>
              </a:ext>
            </a:extLst>
          </p:cNvPr>
          <p:cNvSpPr/>
          <p:nvPr/>
        </p:nvSpPr>
        <p:spPr>
          <a:xfrm>
            <a:off x="6861837" y="864389"/>
            <a:ext cx="1619250" cy="151988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A32BD9B-C996-4E06-BC48-C95C78C13783}"/>
              </a:ext>
            </a:extLst>
          </p:cNvPr>
          <p:cNvSpPr/>
          <p:nvPr/>
        </p:nvSpPr>
        <p:spPr>
          <a:xfrm>
            <a:off x="6602757" y="1741097"/>
            <a:ext cx="1276771" cy="1139259"/>
          </a:xfrm>
          <a:prstGeom prst="ellipse">
            <a:avLst/>
          </a:prstGeom>
          <a:solidFill>
            <a:schemeClr val="accent2">
              <a:alpha val="17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6A1585-A5C5-424F-87ED-F87CBCD608CA}"/>
              </a:ext>
            </a:extLst>
          </p:cNvPr>
          <p:cNvSpPr txBox="1"/>
          <p:nvPr/>
        </p:nvSpPr>
        <p:spPr>
          <a:xfrm>
            <a:off x="6359550" y="589698"/>
            <a:ext cx="786555" cy="563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30" b="1" dirty="0">
                <a:solidFill>
                  <a:schemeClr val="accent5">
                    <a:lumMod val="50000"/>
                  </a:schemeClr>
                </a:solidFill>
              </a:rPr>
              <a:t>Test Score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1FD936-13FE-4DD8-8D97-41C4D9CF6016}"/>
              </a:ext>
            </a:extLst>
          </p:cNvPr>
          <p:cNvSpPr txBox="1"/>
          <p:nvPr/>
        </p:nvSpPr>
        <p:spPr>
          <a:xfrm>
            <a:off x="6188871" y="2718900"/>
            <a:ext cx="827773" cy="563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30" b="1" dirty="0">
                <a:solidFill>
                  <a:schemeClr val="accent2"/>
                </a:solidFill>
              </a:rPr>
              <a:t>Class Size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44159C-ADDC-4296-AD1C-274580A2E1FD}"/>
              </a:ext>
            </a:extLst>
          </p:cNvPr>
          <p:cNvSpPr txBox="1"/>
          <p:nvPr/>
        </p:nvSpPr>
        <p:spPr>
          <a:xfrm>
            <a:off x="7148227" y="1325050"/>
            <a:ext cx="293670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340790-D184-440E-AEAA-70F5DCAD2C13}"/>
              </a:ext>
            </a:extLst>
          </p:cNvPr>
          <p:cNvSpPr txBox="1"/>
          <p:nvPr/>
        </p:nvSpPr>
        <p:spPr>
          <a:xfrm>
            <a:off x="7091807" y="1877230"/>
            <a:ext cx="304892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633284-1D25-41EB-9948-453DA4D17FE9}"/>
              </a:ext>
            </a:extLst>
          </p:cNvPr>
          <p:cNvSpPr txBox="1"/>
          <p:nvPr/>
        </p:nvSpPr>
        <p:spPr>
          <a:xfrm>
            <a:off x="6912701" y="2314674"/>
            <a:ext cx="293670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681137F4-35F4-4E59-A810-762F495458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1924179"/>
              </p:ext>
            </p:extLst>
          </p:nvPr>
        </p:nvGraphicFramePr>
        <p:xfrm>
          <a:off x="3015928" y="4284307"/>
          <a:ext cx="1821656" cy="14073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4" name="Equation" r:id="rId3" imgW="1346040" imgH="1041120" progId="Equation.3">
                  <p:embed/>
                </p:oleObj>
              </mc:Choice>
              <mc:Fallback>
                <p:oleObj name="Equation" r:id="rId3" imgW="1346040" imgH="1041120" progId="Equation.3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5928" y="4284307"/>
                        <a:ext cx="1821656" cy="14073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24A7A9A3-319F-4533-9203-63A7F5B3B4B6}"/>
              </a:ext>
            </a:extLst>
          </p:cNvPr>
          <p:cNvSpPr txBox="1"/>
          <p:nvPr/>
        </p:nvSpPr>
        <p:spPr>
          <a:xfrm>
            <a:off x="5900870" y="4478617"/>
            <a:ext cx="3303270" cy="10341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30" dirty="0"/>
              <a:t>When we add a control variable that IS correlated with the policy variable it affects both the slope and the standard error.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F1FA110-6A58-46AB-911B-BE0B2D31035D}"/>
              </a:ext>
            </a:extLst>
          </p:cNvPr>
          <p:cNvSpPr/>
          <p:nvPr/>
        </p:nvSpPr>
        <p:spPr>
          <a:xfrm>
            <a:off x="7504056" y="1852900"/>
            <a:ext cx="1141902" cy="101781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09C8AD-A676-487C-A8CF-44106DBFE8D2}"/>
              </a:ext>
            </a:extLst>
          </p:cNvPr>
          <p:cNvSpPr txBox="1"/>
          <p:nvPr/>
        </p:nvSpPr>
        <p:spPr>
          <a:xfrm>
            <a:off x="7427105" y="2146000"/>
            <a:ext cx="1360170" cy="563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30" b="1" dirty="0">
                <a:solidFill>
                  <a:schemeClr val="bg1">
                    <a:lumMod val="65000"/>
                  </a:schemeClr>
                </a:solidFill>
              </a:rPr>
              <a:t>Socio-Econ. Status</a:t>
            </a:r>
          </a:p>
        </p:txBody>
      </p:sp>
    </p:spTree>
    <p:extLst>
      <p:ext uri="{BB962C8B-B14F-4D97-AF65-F5344CB8AC3E}">
        <p14:creationId xmlns:p14="http://schemas.microsoft.com/office/powerpoint/2010/main" val="3241053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4389F-B35A-44A9-9412-66C6DDB5C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“There are two types of people”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F02790-4957-4458-99FE-78429EE10A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840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3BAF0-9579-42B3-B979-30EFD986705E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2057400" y="304800"/>
            <a:ext cx="8001000" cy="990600"/>
          </a:xfrm>
        </p:spPr>
        <p:txBody>
          <a:bodyPr>
            <a:normAutofit/>
          </a:bodyPr>
          <a:lstStyle/>
          <a:p>
            <a:r>
              <a:rPr lang="en-US" dirty="0"/>
              <a:t>Microfinance example of bias from selection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819400" y="1955800"/>
          <a:ext cx="6096000" cy="132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Not an Entrepreneur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Entrepreneur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Loan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Takes</a:t>
                      </a:r>
                      <a:r>
                        <a:rPr lang="en-US" baseline="0" dirty="0"/>
                        <a:t> a Loan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819400" y="3840480"/>
          <a:ext cx="6096000" cy="132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Not an Entrepreneur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Entrepreneur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Loan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Takes</a:t>
                      </a:r>
                      <a:r>
                        <a:rPr lang="en-US" baseline="0" dirty="0"/>
                        <a:t> a Loan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191001" y="1542534"/>
            <a:ext cx="3136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Number of people per category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91000" y="3516868"/>
            <a:ext cx="3624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Average weekly income per category</a:t>
            </a:r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/>
        </p:nvGraphicFramePr>
        <p:xfrm>
          <a:off x="3352800" y="5511800"/>
          <a:ext cx="32131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" name="Equation" r:id="rId3" imgW="3213000" imgH="812520" progId="Equation.3">
                  <p:embed/>
                </p:oleObj>
              </mc:Choice>
              <mc:Fallback>
                <p:oleObj name="Equation" r:id="rId3" imgW="3213000" imgH="812520" progId="Equation.3">
                  <p:embed/>
                  <p:pic>
                    <p:nvPicPr>
                      <p:cNvPr id="16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5511800"/>
                        <a:ext cx="3213100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010401" y="5543610"/>
            <a:ext cx="195848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The loan appears to</a:t>
            </a:r>
            <a:br>
              <a:rPr lang="en-US" sz="1400" dirty="0">
                <a:solidFill>
                  <a:srgbClr val="FF0000"/>
                </a:solidFill>
              </a:rPr>
            </a:br>
            <a:r>
              <a:rPr lang="en-US" sz="1400" dirty="0">
                <a:solidFill>
                  <a:srgbClr val="FF0000"/>
                </a:solidFill>
              </a:rPr>
              <a:t>have an impact even</a:t>
            </a:r>
            <a:br>
              <a:rPr lang="en-US" sz="1400" dirty="0">
                <a:solidFill>
                  <a:srgbClr val="FF0000"/>
                </a:solidFill>
              </a:rPr>
            </a:br>
            <a:r>
              <a:rPr lang="en-US" sz="1400" dirty="0">
                <a:solidFill>
                  <a:srgbClr val="FF0000"/>
                </a:solidFill>
              </a:rPr>
              <a:t>when we know it didn’t!</a:t>
            </a:r>
          </a:p>
        </p:txBody>
      </p:sp>
    </p:spTree>
    <p:extLst>
      <p:ext uri="{BB962C8B-B14F-4D97-AF65-F5344CB8AC3E}">
        <p14:creationId xmlns:p14="http://schemas.microsoft.com/office/powerpoint/2010/main" val="1220395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3BAF0-9579-42B3-B979-30EFD986705E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Charter school example</a:t>
            </a:r>
          </a:p>
        </p:txBody>
      </p:sp>
      <p:pic>
        <p:nvPicPr>
          <p:cNvPr id="29698" name="Picture 2" descr="http://blogs.edweek.org/edweek/Bridging-Differences/upload/2009/11/obama_and_duncan_are_wrong_abo/reduced-price-lunch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2362200"/>
            <a:ext cx="5799956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1549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/>
          <p:cNvSpPr/>
          <p:nvPr/>
        </p:nvSpPr>
        <p:spPr>
          <a:xfrm>
            <a:off x="5324894" y="2602848"/>
            <a:ext cx="1981200" cy="1752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3BAF0-9579-42B3-B979-30EFD986705E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2755641" y="86499"/>
            <a:ext cx="6248400" cy="990600"/>
          </a:xfrm>
        </p:spPr>
        <p:txBody>
          <a:bodyPr>
            <a:normAutofit/>
          </a:bodyPr>
          <a:lstStyle/>
          <a:p>
            <a:pPr algn="ctr"/>
            <a:r>
              <a:rPr lang="en-US" sz="4000" b="0" dirty="0">
                <a:latin typeface="Century Gothic" panose="020B0502020202020204" pitchFamily="34" charset="0"/>
              </a:rPr>
              <a:t>The “selection” problem</a:t>
            </a:r>
          </a:p>
        </p:txBody>
      </p:sp>
      <p:sp>
        <p:nvSpPr>
          <p:cNvPr id="9" name="Oval 8"/>
          <p:cNvSpPr/>
          <p:nvPr/>
        </p:nvSpPr>
        <p:spPr>
          <a:xfrm>
            <a:off x="4739780" y="1808582"/>
            <a:ext cx="1981200" cy="1752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206380" y="2418182"/>
            <a:ext cx="1981200" cy="1752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339980" y="1656182"/>
            <a:ext cx="980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Program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6780" y="3986116"/>
            <a:ext cx="1050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181" y="3986117"/>
            <a:ext cx="11979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Choice to </a:t>
            </a:r>
          </a:p>
          <a:p>
            <a:r>
              <a:rPr lang="en-US" dirty="0"/>
              <a:t>participate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15780" y="5486400"/>
            <a:ext cx="5486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When happens when people are given the choice to participate in a program?  When do problems arise?  How do we estimate program impact in this case?</a:t>
            </a:r>
          </a:p>
        </p:txBody>
      </p:sp>
    </p:spTree>
    <p:extLst>
      <p:ext uri="{BB962C8B-B14F-4D97-AF65-F5344CB8AC3E}">
        <p14:creationId xmlns:p14="http://schemas.microsoft.com/office/powerpoint/2010/main" val="4054933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FE00E4F-7BA2-42B4-B89F-9D1BB7EA3C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2" y="653122"/>
            <a:ext cx="7123174" cy="4910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3C986D-2476-4CE7-8D57-40887793E7ED}"/>
              </a:ext>
            </a:extLst>
          </p:cNvPr>
          <p:cNvCxnSpPr>
            <a:cxnSpLocks/>
          </p:cNvCxnSpPr>
          <p:nvPr/>
        </p:nvCxnSpPr>
        <p:spPr>
          <a:xfrm>
            <a:off x="5251508" y="1124125"/>
            <a:ext cx="1" cy="34730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2359F4B-0B52-433C-9550-C070276A93B4}"/>
              </a:ext>
            </a:extLst>
          </p:cNvPr>
          <p:cNvCxnSpPr>
            <a:cxnSpLocks/>
          </p:cNvCxnSpPr>
          <p:nvPr/>
        </p:nvCxnSpPr>
        <p:spPr>
          <a:xfrm>
            <a:off x="3564294" y="2883445"/>
            <a:ext cx="339634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3873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40BD2C2D-1138-442A-8709-F5041A41CF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582"/>
          <a:stretch/>
        </p:blipFill>
        <p:spPr bwMode="auto">
          <a:xfrm>
            <a:off x="2974911" y="3842552"/>
            <a:ext cx="6393024" cy="2949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7CB4DD5-13E6-4707-8E73-57C6A0936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3763" y="66099"/>
            <a:ext cx="4824433" cy="3326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C62CCF5B-EA92-41A2-B50A-D31F5720CE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737" y="847650"/>
            <a:ext cx="4301413" cy="1886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92B88BF-6BCA-49BD-A206-95B2DA9EA3CB}"/>
              </a:ext>
            </a:extLst>
          </p:cNvPr>
          <p:cNvCxnSpPr/>
          <p:nvPr/>
        </p:nvCxnSpPr>
        <p:spPr>
          <a:xfrm>
            <a:off x="961053" y="3721254"/>
            <a:ext cx="9694506" cy="0"/>
          </a:xfrm>
          <a:prstGeom prst="line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064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3BAF0-9579-42B3-B979-30EFD986705E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2590800" y="304800"/>
            <a:ext cx="6248400" cy="990600"/>
          </a:xfrm>
        </p:spPr>
        <p:txBody>
          <a:bodyPr/>
          <a:lstStyle/>
          <a:p>
            <a:pPr algn="ctr"/>
            <a:r>
              <a:rPr lang="en-US" b="0" dirty="0">
                <a:latin typeface="Century Gothic" panose="020B0502020202020204" pitchFamily="34" charset="0"/>
              </a:rPr>
              <a:t>Propensity score matching</a:t>
            </a:r>
          </a:p>
        </p:txBody>
      </p:sp>
      <p:sp>
        <p:nvSpPr>
          <p:cNvPr id="9" name="Oval 8"/>
          <p:cNvSpPr/>
          <p:nvPr/>
        </p:nvSpPr>
        <p:spPr>
          <a:xfrm>
            <a:off x="5023039" y="2851666"/>
            <a:ext cx="1981200" cy="1752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437925" y="2057400"/>
            <a:ext cx="1981200" cy="1752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904525" y="2667000"/>
            <a:ext cx="1981200" cy="1752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038125" y="1905000"/>
            <a:ext cx="980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Program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4925" y="4234934"/>
            <a:ext cx="1050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6326" y="4234935"/>
            <a:ext cx="13767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This is the</a:t>
            </a:r>
            <a:br>
              <a:rPr lang="en-US" dirty="0"/>
            </a:br>
            <a:r>
              <a:rPr lang="en-US" dirty="0"/>
              <a:t>“propensity”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126" y="5414665"/>
            <a:ext cx="5544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Selection bias is just another case of omitted variable bias</a:t>
            </a:r>
          </a:p>
        </p:txBody>
      </p:sp>
    </p:spTree>
    <p:extLst>
      <p:ext uri="{BB962C8B-B14F-4D97-AF65-F5344CB8AC3E}">
        <p14:creationId xmlns:p14="http://schemas.microsoft.com/office/powerpoint/2010/main" val="3224722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Doppelg?nger">
            <a:extLst>
              <a:ext uri="{FF2B5EF4-FFF2-40B4-BE49-F238E27FC236}">
                <a16:creationId xmlns:a16="http://schemas.microsoft.com/office/drawing/2014/main" id="{D5C3CF90-38AD-47F1-B5FA-4D8A96AE09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381125"/>
            <a:ext cx="7924800" cy="547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69DF44-ACE0-4FA4-9432-9E90E4568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Matching</a:t>
            </a:r>
          </a:p>
        </p:txBody>
      </p:sp>
    </p:spTree>
    <p:extLst>
      <p:ext uri="{BB962C8B-B14F-4D97-AF65-F5344CB8AC3E}">
        <p14:creationId xmlns:p14="http://schemas.microsoft.com/office/powerpoint/2010/main" val="1881402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3BAF0-9579-42B3-B979-30EFD986705E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Propensity score matching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819400" y="2362200"/>
          <a:ext cx="624840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ID#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Program?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85157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3BAF0-9579-42B3-B979-30EFD986705E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Probability Models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2819400" y="3516868"/>
            <a:ext cx="0" cy="1600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2667000" y="4964668"/>
            <a:ext cx="2133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495800" y="4964668"/>
            <a:ext cx="540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40690" y="3059668"/>
            <a:ext cx="1088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Program?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712864" y="3897868"/>
            <a:ext cx="228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438400" y="37225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11178" y="46598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0" name="Oval 19"/>
          <p:cNvSpPr/>
          <p:nvPr/>
        </p:nvSpPr>
        <p:spPr>
          <a:xfrm>
            <a:off x="3117986" y="4873228"/>
            <a:ext cx="91440" cy="9144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4486312" y="3862356"/>
            <a:ext cx="91440" cy="9144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3422786" y="4873228"/>
            <a:ext cx="91440" cy="9144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4129874" y="3862356"/>
            <a:ext cx="91440" cy="9144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3352800" y="4873228"/>
            <a:ext cx="91440" cy="9144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3879986" y="4873228"/>
            <a:ext cx="91440" cy="9144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4281682" y="3862356"/>
            <a:ext cx="91440" cy="9144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4184786" y="4873228"/>
            <a:ext cx="91440" cy="9144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3983392" y="3862356"/>
            <a:ext cx="91440" cy="9144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2971800" y="4873228"/>
            <a:ext cx="91440" cy="9144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4181512" y="3862356"/>
            <a:ext cx="91440" cy="9144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3465232" y="3862356"/>
            <a:ext cx="91440" cy="9144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3617632" y="3862356"/>
            <a:ext cx="91440" cy="9144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4425352" y="3862356"/>
            <a:ext cx="91440" cy="9144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4607196" y="3862356"/>
            <a:ext cx="91440" cy="9144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117986" y="4873228"/>
            <a:ext cx="91440" cy="9144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3032760" y="4873228"/>
            <a:ext cx="91440" cy="9144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4379632" y="3862356"/>
            <a:ext cx="91440" cy="9144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4532032" y="3862356"/>
            <a:ext cx="91440" cy="9144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4684432" y="3862356"/>
            <a:ext cx="91440" cy="9144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 flipV="1">
            <a:off x="3117986" y="3593068"/>
            <a:ext cx="1505486" cy="15240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6317788" y="3516868"/>
            <a:ext cx="0" cy="1600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6165388" y="4964668"/>
            <a:ext cx="2133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994188" y="4964668"/>
            <a:ext cx="540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Age</a:t>
            </a:r>
          </a:p>
        </p:txBody>
      </p:sp>
      <p:cxnSp>
        <p:nvCxnSpPr>
          <p:cNvPr id="45" name="Straight Connector 44"/>
          <p:cNvCxnSpPr/>
          <p:nvPr/>
        </p:nvCxnSpPr>
        <p:spPr>
          <a:xfrm>
            <a:off x="6211252" y="3897868"/>
            <a:ext cx="228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936788" y="37225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09566" y="46598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48" name="Oval 47"/>
          <p:cNvSpPr/>
          <p:nvPr/>
        </p:nvSpPr>
        <p:spPr>
          <a:xfrm>
            <a:off x="6616374" y="4873228"/>
            <a:ext cx="91440" cy="9144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7984700" y="3862356"/>
            <a:ext cx="91440" cy="9144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6921174" y="4873228"/>
            <a:ext cx="91440" cy="9144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7628262" y="3862356"/>
            <a:ext cx="91440" cy="9144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6851188" y="4873228"/>
            <a:ext cx="91440" cy="9144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7378374" y="4873228"/>
            <a:ext cx="91440" cy="9144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7780070" y="3862356"/>
            <a:ext cx="91440" cy="9144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7683174" y="4873228"/>
            <a:ext cx="91440" cy="9144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7481780" y="3862356"/>
            <a:ext cx="91440" cy="9144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6470188" y="4873228"/>
            <a:ext cx="91440" cy="9144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/>
          <p:cNvSpPr/>
          <p:nvPr/>
        </p:nvSpPr>
        <p:spPr>
          <a:xfrm>
            <a:off x="7679900" y="3862356"/>
            <a:ext cx="91440" cy="9144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>
            <a:off x="6963620" y="3862356"/>
            <a:ext cx="91440" cy="9144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>
            <a:off x="7116020" y="3862356"/>
            <a:ext cx="91440" cy="9144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/>
          <p:cNvSpPr/>
          <p:nvPr/>
        </p:nvSpPr>
        <p:spPr>
          <a:xfrm>
            <a:off x="7923740" y="3862356"/>
            <a:ext cx="91440" cy="9144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/>
          <p:cNvSpPr/>
          <p:nvPr/>
        </p:nvSpPr>
        <p:spPr>
          <a:xfrm>
            <a:off x="8105584" y="3862356"/>
            <a:ext cx="91440" cy="9144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/>
          <p:cNvSpPr/>
          <p:nvPr/>
        </p:nvSpPr>
        <p:spPr>
          <a:xfrm>
            <a:off x="6616374" y="4873228"/>
            <a:ext cx="91440" cy="9144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/>
          <p:cNvSpPr/>
          <p:nvPr/>
        </p:nvSpPr>
        <p:spPr>
          <a:xfrm>
            <a:off x="6531148" y="4873228"/>
            <a:ext cx="91440" cy="9144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7878020" y="3862356"/>
            <a:ext cx="91440" cy="9144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8030420" y="3862356"/>
            <a:ext cx="91440" cy="9144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8182820" y="3862356"/>
            <a:ext cx="91440" cy="9144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/>
          <p:cNvSpPr txBox="1"/>
          <p:nvPr/>
        </p:nvSpPr>
        <p:spPr>
          <a:xfrm>
            <a:off x="5769690" y="3059668"/>
            <a:ext cx="1088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Program?</a:t>
            </a:r>
          </a:p>
        </p:txBody>
      </p:sp>
      <p:cxnSp>
        <p:nvCxnSpPr>
          <p:cNvPr id="71" name="Curved Connector 70"/>
          <p:cNvCxnSpPr/>
          <p:nvPr/>
        </p:nvCxnSpPr>
        <p:spPr>
          <a:xfrm flipV="1">
            <a:off x="6238474" y="3890414"/>
            <a:ext cx="2295926" cy="1074254"/>
          </a:xfrm>
          <a:prstGeom prst="curvedConnector3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3109405" y="2209801"/>
            <a:ext cx="18698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Linear Probability</a:t>
            </a:r>
            <a:br>
              <a:rPr lang="en-US" b="1">
                <a:solidFill>
                  <a:srgbClr val="FF0000"/>
                </a:solidFill>
              </a:rPr>
            </a:br>
            <a:r>
              <a:rPr lang="en-US" b="1">
                <a:solidFill>
                  <a:srgbClr val="FF0000"/>
                </a:solidFill>
              </a:rPr>
              <a:t>Model (OLS)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7237989" y="2209801"/>
            <a:ext cx="8050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>
                <a:solidFill>
                  <a:srgbClr val="FF0000"/>
                </a:solidFill>
              </a:rPr>
              <a:t>Logit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Model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105312" y="5638801"/>
            <a:ext cx="51242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These models predict the probability of participation</a:t>
            </a:r>
            <a:b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 the program, i.e. the “propensity” of an individual</a:t>
            </a:r>
          </a:p>
        </p:txBody>
      </p:sp>
    </p:spTree>
    <p:extLst>
      <p:ext uri="{BB962C8B-B14F-4D97-AF65-F5344CB8AC3E}">
        <p14:creationId xmlns:p14="http://schemas.microsoft.com/office/powerpoint/2010/main" val="35980163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3BAF0-9579-42B3-B979-30EFD986705E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2362200" y="304800"/>
            <a:ext cx="6248400" cy="990600"/>
          </a:xfrm>
        </p:spPr>
        <p:txBody>
          <a:bodyPr/>
          <a:lstStyle/>
          <a:p>
            <a:r>
              <a:rPr lang="en-US" dirty="0"/>
              <a:t>Propensity score matching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362198" y="2164080"/>
          <a:ext cx="6248402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ID#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Program?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Predicted</a:t>
                      </a:r>
                      <a:br>
                        <a:rPr lang="en-US" dirty="0"/>
                      </a:br>
                      <a:r>
                        <a:rPr lang="en-US" dirty="0"/>
                        <a:t>Propensity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666998" y="5257800"/>
            <a:ext cx="5562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We add a variable for the predicted propensity score.  Remember not to use your outcome in your propensity score calculations.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7932849" y="1600200"/>
            <a:ext cx="0" cy="3810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105398" y="1790700"/>
            <a:ext cx="1143000" cy="3467100"/>
          </a:xfrm>
          <a:prstGeom prst="rect">
            <a:avLst/>
          </a:prstGeom>
          <a:solidFill>
            <a:schemeClr val="bg1">
              <a:alpha val="7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5408674" y="3048000"/>
            <a:ext cx="685800" cy="16764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408674" y="3048000"/>
            <a:ext cx="685800" cy="16764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90693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3BAF0-9579-42B3-B979-30EFD986705E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2438400" y="457200"/>
            <a:ext cx="6248400" cy="990600"/>
          </a:xfrm>
        </p:spPr>
        <p:txBody>
          <a:bodyPr/>
          <a:lstStyle/>
          <a:p>
            <a:r>
              <a:rPr lang="en-US" dirty="0"/>
              <a:t>Propensity score matching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514600" y="1973580"/>
          <a:ext cx="6248402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ID#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Program?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Predicted</a:t>
                      </a:r>
                      <a:br>
                        <a:rPr lang="en-US" dirty="0"/>
                      </a:br>
                      <a:r>
                        <a:rPr lang="en-US" dirty="0"/>
                        <a:t>Propensity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trike="sngStrike" baseline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trike="sngStrike" baseline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trike="sngStrike" baseline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Blue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trike="sngStrike" baseline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$69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trike="sngStrike" baseline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trike="sngStrike" baseline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0.45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trike="sngStrike" baseline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#4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trike="sngStrike" baseline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trike="sngStrike" baseline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trike="sngStrike" baseline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$32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trike="sngStrike" baseline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trike="sngStrike" baseline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0.53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90800" y="5219701"/>
            <a:ext cx="32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Then matches are made to form a synthetic control group: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19800" y="5219701"/>
            <a:ext cx="11272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#5 &lt;--&gt; #6</a:t>
            </a:r>
          </a:p>
          <a:p>
            <a:r>
              <a:rPr lang="en-US" dirty="0">
                <a:solidFill>
                  <a:srgbClr val="FF0000"/>
                </a:solidFill>
              </a:rPr>
              <a:t>#2 &lt;--&gt; #1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57800" y="1600200"/>
            <a:ext cx="1143000" cy="3467100"/>
          </a:xfrm>
          <a:prstGeom prst="rect">
            <a:avLst/>
          </a:prstGeom>
          <a:solidFill>
            <a:schemeClr val="bg1">
              <a:alpha val="7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664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D2F362D4-5A39-43E1-BE2C-CEC22E2546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7971" y="2651053"/>
            <a:ext cx="65246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73B6626-776E-4298-8B71-CCA778D7FA39}"/>
              </a:ext>
            </a:extLst>
          </p:cNvPr>
          <p:cNvSpPr txBox="1"/>
          <p:nvPr/>
        </p:nvSpPr>
        <p:spPr>
          <a:xfrm>
            <a:off x="4253218" y="998289"/>
            <a:ext cx="38443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Nearest Neighbors</a:t>
            </a:r>
          </a:p>
        </p:txBody>
      </p:sp>
    </p:spTree>
    <p:extLst>
      <p:ext uri="{BB962C8B-B14F-4D97-AF65-F5344CB8AC3E}">
        <p14:creationId xmlns:p14="http://schemas.microsoft.com/office/powerpoint/2010/main" val="34526651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Harry Potter 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3BAF0-9579-42B3-B979-30EFD986705E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209801"/>
            <a:ext cx="6819900" cy="307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542713" y="1752601"/>
            <a:ext cx="12543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u="sng" dirty="0">
                <a:solidFill>
                  <a:srgbClr val="FF0000"/>
                </a:solidFill>
              </a:rPr>
              <a:t>Propensity Score</a:t>
            </a:r>
          </a:p>
        </p:txBody>
      </p:sp>
    </p:spTree>
    <p:extLst>
      <p:ext uri="{BB962C8B-B14F-4D97-AF65-F5344CB8AC3E}">
        <p14:creationId xmlns:p14="http://schemas.microsoft.com/office/powerpoint/2010/main" val="4428560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Harry Potter 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3BAF0-9579-42B3-B979-30EFD986705E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1" y="1752600"/>
            <a:ext cx="6671847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66561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Harry Potter 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3BAF0-9579-42B3-B979-30EFD986705E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2286000"/>
            <a:ext cx="4023360" cy="1347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1697902"/>
            <a:ext cx="2362200" cy="252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7467" y="4724400"/>
            <a:ext cx="45434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304087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Century Gothic" panose="020B0502020202020204" pitchFamily="34" charset="0"/>
                <a:cs typeface="Times New Roman" panose="02020603050405020304" pitchFamily="18" charset="0"/>
              </a:rPr>
              <a:t>How do we know matching has been successful?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3BAF0-9579-42B3-B979-30EFD986705E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1621" y="1847850"/>
            <a:ext cx="4514850" cy="3867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2673221" y="2381250"/>
            <a:ext cx="1524000" cy="2819400"/>
          </a:xfrm>
          <a:prstGeom prst="rect">
            <a:avLst/>
          </a:prstGeom>
          <a:noFill/>
          <a:ln w="158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843DCD-DD0E-4F3A-B048-BA20C16D60C4}"/>
              </a:ext>
            </a:extLst>
          </p:cNvPr>
          <p:cNvSpPr txBox="1"/>
          <p:nvPr/>
        </p:nvSpPr>
        <p:spPr>
          <a:xfrm>
            <a:off x="7380513" y="3167390"/>
            <a:ext cx="25587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“balance”</a:t>
            </a:r>
          </a:p>
        </p:txBody>
      </p:sp>
    </p:spTree>
    <p:extLst>
      <p:ext uri="{BB962C8B-B14F-4D97-AF65-F5344CB8AC3E}">
        <p14:creationId xmlns:p14="http://schemas.microsoft.com/office/powerpoint/2010/main" val="10168555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B916AD5F-C2C4-4545-B5FE-C75EFEF50F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6698" y="1792943"/>
            <a:ext cx="9358604" cy="4931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39E5AB9-B1F6-49B5-BC44-6D7C91E1E0F1}"/>
              </a:ext>
            </a:extLst>
          </p:cNvPr>
          <p:cNvSpPr txBox="1"/>
          <p:nvPr/>
        </p:nvSpPr>
        <p:spPr>
          <a:xfrm>
            <a:off x="4173839" y="550420"/>
            <a:ext cx="32031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</a:rPr>
              <a:t>Greedy Search</a:t>
            </a:r>
          </a:p>
        </p:txBody>
      </p:sp>
    </p:spTree>
    <p:extLst>
      <p:ext uri="{BB962C8B-B14F-4D97-AF65-F5344CB8AC3E}">
        <p14:creationId xmlns:p14="http://schemas.microsoft.com/office/powerpoint/2010/main" val="38727381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70CEFF5-34F5-4E17-A77C-1FDC1B79F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925" y="1119187"/>
            <a:ext cx="8820150" cy="461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1128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3BAF0-9579-42B3-B979-30EFD986705E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438400" y="2907412"/>
            <a:ext cx="6477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http://www.youtube.com/watch?v=pNn_oJwZ2sg&amp;feature=related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01162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b="1" dirty="0"/>
              <a:t>What are the problems with Propensity Scores?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3BAF0-9579-42B3-B979-30EFD986705E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343400" y="5562601"/>
            <a:ext cx="4572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dirty="0">
                <a:hlinkClick r:id="rId2"/>
              </a:rPr>
              <a:t>http://www.youtube.com/watch?v=Zg7gxAG8YS4&amp;feature=related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924595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b="1" dirty="0"/>
              <a:t>What are the problems with Propensity Scores?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3BAF0-9579-42B3-B979-30EFD986705E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5558" y="1371600"/>
            <a:ext cx="6153150" cy="337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4343400" y="5562601"/>
            <a:ext cx="4572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dirty="0">
                <a:hlinkClick r:id="rId3"/>
              </a:rPr>
              <a:t>http://www.youtube.com/watch?v=Zg7gxAG8YS4&amp;feature=related</a:t>
            </a:r>
            <a:endParaRPr lang="en-US" sz="1000" dirty="0"/>
          </a:p>
        </p:txBody>
      </p:sp>
      <p:sp>
        <p:nvSpPr>
          <p:cNvPr id="4" name="TextBox 3"/>
          <p:cNvSpPr txBox="1"/>
          <p:nvPr/>
        </p:nvSpPr>
        <p:spPr>
          <a:xfrm>
            <a:off x="4381138" y="5117068"/>
            <a:ext cx="3543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You can only match on observables!</a:t>
            </a:r>
          </a:p>
        </p:txBody>
      </p:sp>
    </p:spTree>
    <p:extLst>
      <p:ext uri="{BB962C8B-B14F-4D97-AF65-F5344CB8AC3E}">
        <p14:creationId xmlns:p14="http://schemas.microsoft.com/office/powerpoint/2010/main" val="6246732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651C3B40-5C5E-4C17-93CB-C9D1EB0118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4783" y="2063619"/>
            <a:ext cx="9349274" cy="4674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D29749B-9D1C-4C62-9AB9-5101A0993421}"/>
              </a:ext>
            </a:extLst>
          </p:cNvPr>
          <p:cNvSpPr/>
          <p:nvPr/>
        </p:nvSpPr>
        <p:spPr>
          <a:xfrm>
            <a:off x="0" y="0"/>
            <a:ext cx="12192000" cy="1324947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6FFE7B6-52FF-4907-8463-2891701001C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cap="small" dirty="0">
                <a:solidFill>
                  <a:schemeClr val="bg1"/>
                </a:solidFill>
              </a:rPr>
              <a:t>Common Support</a:t>
            </a:r>
          </a:p>
        </p:txBody>
      </p:sp>
    </p:spTree>
    <p:extLst>
      <p:ext uri="{BB962C8B-B14F-4D97-AF65-F5344CB8AC3E}">
        <p14:creationId xmlns:p14="http://schemas.microsoft.com/office/powerpoint/2010/main" val="3779816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522</Words>
  <Application>Microsoft Office PowerPoint</Application>
  <PresentationFormat>Widescreen</PresentationFormat>
  <Paragraphs>216</Paragraphs>
  <Slides>25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6" baseType="lpstr">
      <vt:lpstr>Batang</vt:lpstr>
      <vt:lpstr>Arial</vt:lpstr>
      <vt:lpstr>Calibri</vt:lpstr>
      <vt:lpstr>Calibri Light</vt:lpstr>
      <vt:lpstr>Century Gothic</vt:lpstr>
      <vt:lpstr>Euphemia</vt:lpstr>
      <vt:lpstr>Segoe UI Symbol</vt:lpstr>
      <vt:lpstr>Times New Roman</vt:lpstr>
      <vt:lpstr>Office Theme</vt:lpstr>
      <vt:lpstr>1_Office Theme</vt:lpstr>
      <vt:lpstr>Equation</vt:lpstr>
      <vt:lpstr>Bias from selection and corrections using matching</vt:lpstr>
      <vt:lpstr>PowerPoint Presentation</vt:lpstr>
      <vt:lpstr>“There are two types of people”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Matching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Harry Potter Example</vt:lpstr>
      <vt:lpstr>Harry Potter Example</vt:lpstr>
      <vt:lpstr>Harry Potter Example</vt:lpstr>
      <vt:lpstr>How do we know matching has been successful?</vt:lpstr>
      <vt:lpstr>PowerPoint Presentation</vt:lpstr>
      <vt:lpstr>PowerPoint Presentation</vt:lpstr>
      <vt:lpstr>PowerPoint Presentation</vt:lpstr>
      <vt:lpstr>What are the problems with Propensity Scores?</vt:lpstr>
      <vt:lpstr>What are the problems with Propensity Scores?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Jesse Lecy</dc:creator>
  <cp:lastModifiedBy>Jesse Lecy</cp:lastModifiedBy>
  <cp:revision>7</cp:revision>
  <dcterms:created xsi:type="dcterms:W3CDTF">2020-05-01T22:09:28Z</dcterms:created>
  <dcterms:modified xsi:type="dcterms:W3CDTF">2020-05-01T23:50:13Z</dcterms:modified>
</cp:coreProperties>
</file>