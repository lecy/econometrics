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9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1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7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7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2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3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8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9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51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50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0E4AD-CB01-4542-B99B-D5DEBA8093E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9FA-48FD-4738-B6A4-A22AA03B4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3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8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4" y="50522"/>
            <a:ext cx="5834981" cy="68074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47520" y="6292334"/>
            <a:ext cx="4192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https://experimentology.io/016-meta.html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8508" y="1210550"/>
            <a:ext cx="38314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cap="all" dirty="0" smtClean="0">
                <a:latin typeface="Oswald" panose="02000503000000000000" pitchFamily="2" charset="0"/>
              </a:rPr>
              <a:t>Research synthesis</a:t>
            </a:r>
          </a:p>
          <a:p>
            <a:r>
              <a:rPr lang="en-US" sz="3200" b="1" cap="all" dirty="0" smtClean="0">
                <a:latin typeface="Oswald" panose="02000503000000000000" pitchFamily="2" charset="0"/>
              </a:rPr>
              <a:t>Using meta-analysis</a:t>
            </a:r>
            <a:endParaRPr lang="en-US" sz="3200" dirty="0">
              <a:latin typeface="Oswald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752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64" y="515290"/>
            <a:ext cx="11200402" cy="597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05098" y="0"/>
            <a:ext cx="70278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222222"/>
                </a:solidFill>
                <a:effectLst/>
                <a:latin typeface="Harding"/>
              </a:rPr>
              <a:t>Figure 1: Various charts and plots common to meta-analysis.</a:t>
            </a:r>
            <a:endParaRPr lang="en-US" b="1" i="0" dirty="0">
              <a:solidFill>
                <a:srgbClr val="222222"/>
              </a:solidFill>
              <a:effectLst/>
              <a:latin typeface="Harding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33705" y="0"/>
            <a:ext cx="4587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https://www.nature.com/articles/nature25753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64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21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Harding</vt:lpstr>
      <vt:lpstr>Oswald</vt:lpstr>
      <vt:lpstr>Office Theme</vt:lpstr>
      <vt:lpstr>PowerPoint Presentation</vt:lpstr>
      <vt:lpstr>PowerPoint Presentation</vt:lpstr>
      <vt:lpstr>PowerPoint Presentation</vt:lpstr>
    </vt:vector>
  </TitlesOfParts>
  <Company>Arizona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Jesse Lecy</dc:creator>
  <cp:lastModifiedBy>Jesse Lecy</cp:lastModifiedBy>
  <cp:revision>4</cp:revision>
  <dcterms:created xsi:type="dcterms:W3CDTF">2025-10-07T23:28:09Z</dcterms:created>
  <dcterms:modified xsi:type="dcterms:W3CDTF">2025-10-08T00:37:34Z</dcterms:modified>
</cp:coreProperties>
</file>